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71" r:id="rId8"/>
    <p:sldId id="272" r:id="rId9"/>
    <p:sldId id="275" r:id="rId10"/>
    <p:sldId id="274" r:id="rId11"/>
    <p:sldId id="278" r:id="rId12"/>
    <p:sldId id="264" r:id="rId13"/>
    <p:sldId id="265" r:id="rId14"/>
    <p:sldId id="266" r:id="rId15"/>
    <p:sldId id="267" r:id="rId16"/>
    <p:sldId id="279" r:id="rId17"/>
    <p:sldId id="268" r:id="rId18"/>
    <p:sldId id="269"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8EF7D"/>
    <a:srgbClr val="11998E"/>
    <a:srgbClr val="F37335"/>
    <a:srgbClr val="FDC830"/>
    <a:srgbClr val="752A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337" autoAdjust="0"/>
    <p:restoredTop sz="88581"/>
  </p:normalViewPr>
  <p:slideViewPr>
    <p:cSldViewPr snapToGrid="0" snapToObjects="1" showGuides="1">
      <p:cViewPr varScale="1">
        <p:scale>
          <a:sx n="98" d="100"/>
          <a:sy n="98" d="100"/>
        </p:scale>
        <p:origin x="1512" y="22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DB9C57-9DE0-864D-8892-8E383CD10053}" type="datetimeFigureOut">
              <a:rPr lang="en-VN" smtClean="0"/>
              <a:t>07/07/2026</a:t>
            </a:fld>
            <a:endParaRPr lang="en-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72230F-6A15-1C40-B7C8-A7F6E63A524E}" type="slidenum">
              <a:rPr lang="en-VN" smtClean="0"/>
              <a:t>‹#›</a:t>
            </a:fld>
            <a:endParaRPr lang="en-VN"/>
          </a:p>
        </p:txBody>
      </p:sp>
    </p:spTree>
    <p:extLst>
      <p:ext uri="{BB962C8B-B14F-4D97-AF65-F5344CB8AC3E}">
        <p14:creationId xmlns:p14="http://schemas.microsoft.com/office/powerpoint/2010/main" val="22662208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72230F-6A15-1C40-B7C8-A7F6E63A524E}" type="slidenum">
              <a:rPr lang="en-VN" smtClean="0"/>
              <a:t>17</a:t>
            </a:fld>
            <a:endParaRPr lang="en-VN"/>
          </a:p>
        </p:txBody>
      </p:sp>
    </p:spTree>
    <p:extLst>
      <p:ext uri="{BB962C8B-B14F-4D97-AF65-F5344CB8AC3E}">
        <p14:creationId xmlns:p14="http://schemas.microsoft.com/office/powerpoint/2010/main" val="409651154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5.jpe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0719B2E-DC3C-7989-BF9C-E418B1F120BA}"/>
              </a:ext>
            </a:extLst>
          </p:cNvPr>
          <p:cNvSpPr/>
          <p:nvPr userDrawn="1"/>
        </p:nvSpPr>
        <p:spPr>
          <a:xfrm>
            <a:off x="-24143" y="0"/>
            <a:ext cx="633743" cy="6858000"/>
          </a:xfrm>
          <a:prstGeom prst="rect">
            <a:avLst/>
          </a:prstGeom>
          <a:gradFill>
            <a:gsLst>
              <a:gs pos="0">
                <a:schemeClr val="accent3">
                  <a:lumMod val="75000"/>
                </a:schemeClr>
              </a:gs>
              <a:gs pos="100000">
                <a:schemeClr val="accent4">
                  <a:lumMod val="75000"/>
                </a:schemeClr>
              </a:gs>
            </a:gsLst>
            <a:lin ang="5400000" scaled="1"/>
          </a:gra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7" name="Rectangle 6">
            <a:extLst>
              <a:ext uri="{FF2B5EF4-FFF2-40B4-BE49-F238E27FC236}">
                <a16:creationId xmlns:a16="http://schemas.microsoft.com/office/drawing/2014/main" id="{11F8ED77-1B03-1740-9FA5-C31B68B30520}"/>
              </a:ext>
            </a:extLst>
          </p:cNvPr>
          <p:cNvSpPr/>
          <p:nvPr userDrawn="1"/>
        </p:nvSpPr>
        <p:spPr>
          <a:xfrm flipV="1">
            <a:off x="-31247" y="0"/>
            <a:ext cx="633743" cy="6858000"/>
          </a:xfrm>
          <a:prstGeom prst="rect">
            <a:avLst/>
          </a:prstGeom>
          <a:blipFill>
            <a:blip r:embed="rId2" cstate="print">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1" name="TextBox 10">
            <a:extLst>
              <a:ext uri="{FF2B5EF4-FFF2-40B4-BE49-F238E27FC236}">
                <a16:creationId xmlns:a16="http://schemas.microsoft.com/office/drawing/2014/main" id="{C6A63ACE-37E2-79AD-3312-2CAEC1D54166}"/>
              </a:ext>
            </a:extLst>
          </p:cNvPr>
          <p:cNvSpPr txBox="1"/>
          <p:nvPr userDrawn="1"/>
        </p:nvSpPr>
        <p:spPr>
          <a:xfrm rot="16200000">
            <a:off x="-1800908" y="4465666"/>
            <a:ext cx="4173065" cy="338554"/>
          </a:xfrm>
          <a:prstGeom prst="rect">
            <a:avLst/>
          </a:prstGeom>
          <a:noFill/>
        </p:spPr>
        <p:txBody>
          <a:bodyPr wrap="none" rtlCol="0">
            <a:spAutoFit/>
          </a:bodyPr>
          <a:lstStyle/>
          <a:p>
            <a:r>
              <a:rPr lang="en-VN" sz="1600" b="1" dirty="0">
                <a:solidFill>
                  <a:schemeClr val="bg1"/>
                </a:solidFill>
              </a:rPr>
              <a:t>FACULTY OF COMPUTER ENGINEERING</a:t>
            </a:r>
          </a:p>
        </p:txBody>
      </p:sp>
      <p:sp>
        <p:nvSpPr>
          <p:cNvPr id="2" name="Title 1"/>
          <p:cNvSpPr>
            <a:spLocks noGrp="1"/>
          </p:cNvSpPr>
          <p:nvPr>
            <p:ph type="ctrTitle"/>
          </p:nvPr>
        </p:nvSpPr>
        <p:spPr>
          <a:xfrm>
            <a:off x="1524000" y="1923591"/>
            <a:ext cx="9144000" cy="2387600"/>
          </a:xfrm>
          <a:prstGeom prst="roundRect">
            <a:avLst>
              <a:gd name="adj" fmla="val 3901"/>
            </a:avLst>
          </a:prstGeom>
          <a:noFill/>
          <a:ln w="25400">
            <a:gradFill>
              <a:gsLst>
                <a:gs pos="0">
                  <a:schemeClr val="accent3">
                    <a:lumMod val="75000"/>
                  </a:schemeClr>
                </a:gs>
                <a:gs pos="100000">
                  <a:schemeClr val="accent4">
                    <a:lumMod val="75000"/>
                  </a:schemeClr>
                </a:gs>
              </a:gsLst>
              <a:lin ang="5400000" scaled="1"/>
            </a:gradFill>
          </a:ln>
        </p:spPr>
        <p:txBody>
          <a:bodyPr anchor="ctr"/>
          <a:lstStyle>
            <a:lvl1pPr algn="ctr">
              <a:defRPr sz="6000" b="1">
                <a:gradFill flip="none" rotWithShape="1">
                  <a:gsLst>
                    <a:gs pos="0">
                      <a:srgbClr val="11998E"/>
                    </a:gs>
                    <a:gs pos="100000">
                      <a:srgbClr val="38EF7D"/>
                    </a:gs>
                  </a:gsLst>
                  <a:lin ang="16200000" scaled="1"/>
                  <a:tileRect/>
                </a:gradFill>
              </a:defRPr>
            </a:lvl1pPr>
          </a:lstStyle>
          <a:p>
            <a:r>
              <a:rPr lang="en-US" dirty="0"/>
              <a:t>Click to edit Master title style</a:t>
            </a:r>
          </a:p>
        </p:txBody>
      </p:sp>
      <p:sp>
        <p:nvSpPr>
          <p:cNvPr id="4" name="Date Placeholder 3"/>
          <p:cNvSpPr>
            <a:spLocks noGrp="1"/>
          </p:cNvSpPr>
          <p:nvPr>
            <p:ph type="dt" sz="half" idx="10"/>
          </p:nvPr>
        </p:nvSpPr>
        <p:spPr/>
        <p:txBody>
          <a:bodyPr/>
          <a:lstStyle/>
          <a:p>
            <a:fld id="{B2203D80-2A77-FF40-B2F3-C1B60766027B}" type="datetime3">
              <a:rPr lang="en-US" smtClean="0"/>
              <a:t>7 July 2026</a:t>
            </a:fld>
            <a:endParaRPr lang="en-US" dirty="0"/>
          </a:p>
        </p:txBody>
      </p:sp>
      <p:sp>
        <p:nvSpPr>
          <p:cNvPr id="5" name="Footer Placeholder 4"/>
          <p:cNvSpPr>
            <a:spLocks noGrp="1"/>
          </p:cNvSpPr>
          <p:nvPr>
            <p:ph type="ftr" sz="quarter" idx="11"/>
          </p:nvPr>
        </p:nvSpPr>
        <p:spPr/>
        <p:txBody>
          <a:bodyPr/>
          <a:lstStyle/>
          <a:p>
            <a:r>
              <a:rPr lang="en-US"/>
              <a:t>Copyrights 2024 CE-UIT. All Rights Reserved.</a:t>
            </a:r>
            <a:endParaRPr lang="en-US" dirty="0"/>
          </a:p>
        </p:txBody>
      </p:sp>
      <p:grpSp>
        <p:nvGrpSpPr>
          <p:cNvPr id="15" name="Group 14">
            <a:extLst>
              <a:ext uri="{FF2B5EF4-FFF2-40B4-BE49-F238E27FC236}">
                <a16:creationId xmlns:a16="http://schemas.microsoft.com/office/drawing/2014/main" id="{BEC394D7-1EFF-FAA3-89F8-A3FE670BE2B5}"/>
              </a:ext>
            </a:extLst>
          </p:cNvPr>
          <p:cNvGrpSpPr/>
          <p:nvPr userDrawn="1"/>
        </p:nvGrpSpPr>
        <p:grpSpPr>
          <a:xfrm>
            <a:off x="11508226" y="243069"/>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14" name="Oval 13">
              <a:extLst>
                <a:ext uri="{FF2B5EF4-FFF2-40B4-BE49-F238E27FC236}">
                  <a16:creationId xmlns:a16="http://schemas.microsoft.com/office/drawing/2014/main" id="{3358F1D4-800B-8791-DFC5-8A5607735CCD}"/>
                </a:ext>
              </a:extLst>
            </p:cNvPr>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2" name="Oval 11">
              <a:extLst>
                <a:ext uri="{FF2B5EF4-FFF2-40B4-BE49-F238E27FC236}">
                  <a16:creationId xmlns:a16="http://schemas.microsoft.com/office/drawing/2014/main" id="{B20D358D-A251-F06A-7DC9-D456AA169459}"/>
                </a:ext>
              </a:extLst>
            </p:cNvPr>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grpSp>
        <p:nvGrpSpPr>
          <p:cNvPr id="26" name="Group 25">
            <a:extLst>
              <a:ext uri="{FF2B5EF4-FFF2-40B4-BE49-F238E27FC236}">
                <a16:creationId xmlns:a16="http://schemas.microsoft.com/office/drawing/2014/main" id="{2568A42A-7730-4E7F-BB19-5F94929B0802}"/>
              </a:ext>
            </a:extLst>
          </p:cNvPr>
          <p:cNvGrpSpPr/>
          <p:nvPr userDrawn="1"/>
        </p:nvGrpSpPr>
        <p:grpSpPr>
          <a:xfrm>
            <a:off x="4479985" y="131938"/>
            <a:ext cx="3232030" cy="768394"/>
            <a:chOff x="4280055" y="84406"/>
            <a:chExt cx="3631889" cy="863458"/>
          </a:xfrm>
        </p:grpSpPr>
        <p:sp>
          <p:nvSpPr>
            <p:cNvPr id="23" name="Rounded Rectangle 22">
              <a:extLst>
                <a:ext uri="{FF2B5EF4-FFF2-40B4-BE49-F238E27FC236}">
                  <a16:creationId xmlns:a16="http://schemas.microsoft.com/office/drawing/2014/main" id="{2DB618A9-33C1-376A-428B-F9CC7F7D80AF}"/>
                </a:ext>
              </a:extLst>
            </p:cNvPr>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2" name="Rounded Rectangle 21">
              <a:extLst>
                <a:ext uri="{FF2B5EF4-FFF2-40B4-BE49-F238E27FC236}">
                  <a16:creationId xmlns:a16="http://schemas.microsoft.com/office/drawing/2014/main" id="{CB65CCD6-D2F8-CF1A-F92C-147178B9AE40}"/>
                </a:ext>
              </a:extLst>
            </p:cNvPr>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18" name="Picture 17" descr="Icon&#10;&#10;Description automatically generated with medium confidence">
              <a:extLst>
                <a:ext uri="{FF2B5EF4-FFF2-40B4-BE49-F238E27FC236}">
                  <a16:creationId xmlns:a16="http://schemas.microsoft.com/office/drawing/2014/main" id="{0E79988A-FC21-2FFF-EC33-6DB4853FB1E9}"/>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315084" y="84406"/>
              <a:ext cx="871486" cy="863458"/>
            </a:xfrm>
            <a:prstGeom prst="rect">
              <a:avLst/>
            </a:prstGeom>
          </p:spPr>
        </p:pic>
        <p:pic>
          <p:nvPicPr>
            <p:cNvPr id="20" name="Picture 19" descr="A picture containing clipart, vector graphics&#10;&#10;Description automatically generated">
              <a:extLst>
                <a:ext uri="{FF2B5EF4-FFF2-40B4-BE49-F238E27FC236}">
                  <a16:creationId xmlns:a16="http://schemas.microsoft.com/office/drawing/2014/main" id="{1E57E620-C26D-491A-ECBF-0FCA22233EB5}"/>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5005430" y="111027"/>
              <a:ext cx="979518" cy="810216"/>
            </a:xfrm>
            <a:prstGeom prst="rect">
              <a:avLst/>
            </a:prstGeom>
          </p:spPr>
        </p:pic>
      </p:grpSp>
      <p:sp>
        <p:nvSpPr>
          <p:cNvPr id="49" name="Text Placeholder 48">
            <a:extLst>
              <a:ext uri="{FF2B5EF4-FFF2-40B4-BE49-F238E27FC236}">
                <a16:creationId xmlns:a16="http://schemas.microsoft.com/office/drawing/2014/main" id="{269B9A8A-4866-4619-F199-78B53536095A}"/>
              </a:ext>
            </a:extLst>
          </p:cNvPr>
          <p:cNvSpPr>
            <a:spLocks noGrp="1"/>
          </p:cNvSpPr>
          <p:nvPr>
            <p:ph type="body" sz="quarter" idx="14" hasCustomPrompt="1"/>
          </p:nvPr>
        </p:nvSpPr>
        <p:spPr>
          <a:xfrm>
            <a:off x="1524000" y="5542055"/>
            <a:ext cx="9144000" cy="519113"/>
          </a:xfrm>
        </p:spPr>
        <p:txBody>
          <a:bodyPr anchor="ctr">
            <a:normAutofit/>
          </a:bodyPr>
          <a:lstStyle>
            <a:lvl1pPr marL="0" indent="0" algn="ctr">
              <a:buNone/>
              <a:defRPr sz="1800" i="1"/>
            </a:lvl1pPr>
          </a:lstStyle>
          <a:p>
            <a:pPr lvl="0"/>
            <a:r>
              <a:rPr lang="en-VN" dirty="0"/>
              <a:t>Địa điểm, Ngày Tháng Năm</a:t>
            </a:r>
          </a:p>
        </p:txBody>
      </p:sp>
      <p:sp>
        <p:nvSpPr>
          <p:cNvPr id="51" name="Text Placeholder 50">
            <a:extLst>
              <a:ext uri="{FF2B5EF4-FFF2-40B4-BE49-F238E27FC236}">
                <a16:creationId xmlns:a16="http://schemas.microsoft.com/office/drawing/2014/main" id="{2A9389A2-74BD-31C8-FDCD-6A93E9D759B8}"/>
              </a:ext>
            </a:extLst>
          </p:cNvPr>
          <p:cNvSpPr>
            <a:spLocks noGrp="1"/>
          </p:cNvSpPr>
          <p:nvPr>
            <p:ph type="body" sz="quarter" idx="15" hasCustomPrompt="1"/>
          </p:nvPr>
        </p:nvSpPr>
        <p:spPr>
          <a:xfrm>
            <a:off x="3730283" y="1550070"/>
            <a:ext cx="2365717" cy="381000"/>
          </a:xfrm>
          <a:prstGeom prst="roundRect">
            <a:avLst>
              <a:gd name="adj" fmla="val 8146"/>
            </a:avLst>
          </a:prstGeom>
          <a:gradFill flip="none" rotWithShape="1">
            <a:gsLst>
              <a:gs pos="100000">
                <a:schemeClr val="accent3">
                  <a:lumMod val="75000"/>
                </a:schemeClr>
              </a:gs>
              <a:gs pos="0">
                <a:schemeClr val="accent4">
                  <a:lumMod val="75000"/>
                </a:schemeClr>
              </a:gs>
            </a:gsLst>
            <a:lin ang="2700000" scaled="1"/>
            <a:tileRect/>
          </a:gradFill>
          <a:effectLst>
            <a:innerShdw blurRad="127000">
              <a:schemeClr val="bg1">
                <a:alpha val="80000"/>
              </a:schemeClr>
            </a:innerShdw>
          </a:effectLst>
        </p:spPr>
        <p:txBody>
          <a:bodyPr vert="horz" lIns="91440" tIns="45720" rIns="91440" bIns="45720" rtlCol="0" anchor="ctr">
            <a:noAutofit/>
          </a:bodyPr>
          <a:lstStyle>
            <a:lvl1pPr>
              <a:defRPr lang="en-VN" sz="1600" b="1" dirty="0">
                <a:solidFill>
                  <a:schemeClr val="bg1"/>
                </a:solidFill>
              </a:defRPr>
            </a:lvl1pPr>
          </a:lstStyle>
          <a:p>
            <a:pPr marL="0" lvl="0" indent="0">
              <a:buNone/>
            </a:pPr>
            <a:r>
              <a:rPr lang="en-VN" dirty="0"/>
              <a:t>Loại trình bày</a:t>
            </a:r>
          </a:p>
        </p:txBody>
      </p:sp>
      <p:sp>
        <p:nvSpPr>
          <p:cNvPr id="52" name="Text Placeholder 50">
            <a:extLst>
              <a:ext uri="{FF2B5EF4-FFF2-40B4-BE49-F238E27FC236}">
                <a16:creationId xmlns:a16="http://schemas.microsoft.com/office/drawing/2014/main" id="{11F19A4B-2FBF-1F37-52BA-2EEAE4CA8E78}"/>
              </a:ext>
            </a:extLst>
          </p:cNvPr>
          <p:cNvSpPr>
            <a:spLocks noGrp="1"/>
          </p:cNvSpPr>
          <p:nvPr>
            <p:ph type="body" sz="quarter" idx="16" hasCustomPrompt="1"/>
          </p:nvPr>
        </p:nvSpPr>
        <p:spPr>
          <a:xfrm>
            <a:off x="6096000" y="4309683"/>
            <a:ext cx="3388242" cy="381000"/>
          </a:xfrm>
          <a:prstGeom prst="roundRect">
            <a:avLst>
              <a:gd name="adj" fmla="val 8146"/>
            </a:avLst>
          </a:prstGeom>
          <a:gradFill flip="none" rotWithShape="1">
            <a:gsLst>
              <a:gs pos="100000">
                <a:schemeClr val="accent3">
                  <a:lumMod val="75000"/>
                </a:schemeClr>
              </a:gs>
              <a:gs pos="0">
                <a:schemeClr val="accent4">
                  <a:lumMod val="75000"/>
                </a:schemeClr>
              </a:gs>
            </a:gsLst>
            <a:lin ang="2700000" scaled="1"/>
            <a:tileRect/>
          </a:gradFill>
          <a:effectLst>
            <a:innerShdw blurRad="127000">
              <a:schemeClr val="bg1">
                <a:alpha val="80000"/>
              </a:schemeClr>
            </a:innerShdw>
          </a:effectLst>
        </p:spPr>
        <p:txBody>
          <a:bodyPr vert="horz" lIns="91440" tIns="45720" rIns="91440" bIns="45720" rtlCol="0" anchor="ctr">
            <a:noAutofit/>
          </a:bodyPr>
          <a:lstStyle>
            <a:lvl1pPr>
              <a:defRPr lang="en-VN" sz="1600" b="1" dirty="0">
                <a:solidFill>
                  <a:schemeClr val="bg1"/>
                </a:solidFill>
              </a:defRPr>
            </a:lvl1pPr>
          </a:lstStyle>
          <a:p>
            <a:pPr marL="0" lvl="0" indent="0">
              <a:buNone/>
            </a:pPr>
            <a:r>
              <a:rPr lang="en-VN" dirty="0"/>
              <a:t>Trình bày: …</a:t>
            </a:r>
          </a:p>
        </p:txBody>
      </p:sp>
      <p:sp>
        <p:nvSpPr>
          <p:cNvPr id="6" name="Slide Number Placeholder 5"/>
          <p:cNvSpPr>
            <a:spLocks noGrp="1"/>
          </p:cNvSpPr>
          <p:nvPr>
            <p:ph type="sldNum" sz="quarter" idx="12"/>
          </p:nvPr>
        </p:nvSpPr>
        <p:spPr>
          <a:xfrm>
            <a:off x="10409692" y="333573"/>
            <a:ext cx="2743200" cy="365125"/>
          </a:xfrm>
        </p:spPr>
        <p:txBody>
          <a:bodyPr/>
          <a:lstStyle>
            <a:lvl1pPr algn="ctr">
              <a:defRPr b="1">
                <a:solidFill>
                  <a:schemeClr val="bg1"/>
                </a:solidFill>
              </a:defRPr>
            </a:lvl1pPr>
          </a:lstStyle>
          <a:p>
            <a:fld id="{48F63A3B-78C7-47BE-AE5E-E10140E04643}" type="slidenum">
              <a:rPr lang="en-US" smtClean="0"/>
              <a:pPr/>
              <a:t>‹#›</a:t>
            </a:fld>
            <a:endParaRPr lang="en-US" dirty="0"/>
          </a:p>
        </p:txBody>
      </p:sp>
      <p:sp>
        <p:nvSpPr>
          <p:cNvPr id="53" name="Freeform 52">
            <a:extLst>
              <a:ext uri="{FF2B5EF4-FFF2-40B4-BE49-F238E27FC236}">
                <a16:creationId xmlns:a16="http://schemas.microsoft.com/office/drawing/2014/main" id="{19DDC379-1E06-2848-14F1-C16A9CCE4619}"/>
              </a:ext>
            </a:extLst>
          </p:cNvPr>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236403" y="6356350"/>
            <a:ext cx="2743200" cy="365125"/>
          </a:xfrm>
        </p:spPr>
        <p:txBody>
          <a:bodyPr/>
          <a:lstStyle/>
          <a:p>
            <a:fld id="{ACF17CAC-8297-FC4A-82FA-F61255D7A70E}" type="datetime3">
              <a:rPr lang="en-US" smtClean="0"/>
              <a:t>7 July 2026</a:t>
            </a:fld>
            <a:endParaRPr lang="en-US" dirty="0"/>
          </a:p>
        </p:txBody>
      </p:sp>
      <p:sp>
        <p:nvSpPr>
          <p:cNvPr id="5" name="Footer Placeholder 4"/>
          <p:cNvSpPr>
            <a:spLocks noGrp="1"/>
          </p:cNvSpPr>
          <p:nvPr>
            <p:ph type="ftr" sz="quarter" idx="11"/>
          </p:nvPr>
        </p:nvSpPr>
        <p:spPr>
          <a:xfrm>
            <a:off x="7232650" y="6356350"/>
            <a:ext cx="4114800" cy="365125"/>
          </a:xfrm>
        </p:spPr>
        <p:txBody>
          <a:bodyPr/>
          <a:lstStyle/>
          <a:p>
            <a:r>
              <a:rPr lang="en-US"/>
              <a:t>Copyrights 2024 CE-UIT. All Rights Reserved.</a:t>
            </a:r>
            <a:endParaRPr lang="en-US" dirty="0"/>
          </a:p>
        </p:txBody>
      </p:sp>
      <p:sp>
        <p:nvSpPr>
          <p:cNvPr id="7" name="Rectangle 6">
            <a:extLst>
              <a:ext uri="{FF2B5EF4-FFF2-40B4-BE49-F238E27FC236}">
                <a16:creationId xmlns:a16="http://schemas.microsoft.com/office/drawing/2014/main" id="{E742C0F1-5644-4389-360B-5397956CD38A}"/>
              </a:ext>
            </a:extLst>
          </p:cNvPr>
          <p:cNvSpPr/>
          <p:nvPr userDrawn="1"/>
        </p:nvSpPr>
        <p:spPr>
          <a:xfrm>
            <a:off x="-24143" y="0"/>
            <a:ext cx="4056393" cy="6858000"/>
          </a:xfrm>
          <a:prstGeom prst="rect">
            <a:avLst/>
          </a:prstGeom>
          <a:gradFill>
            <a:gsLst>
              <a:gs pos="0">
                <a:srgbClr val="38EF7D"/>
              </a:gs>
              <a:gs pos="100000">
                <a:srgbClr val="11998E"/>
              </a:gs>
            </a:gsLst>
            <a:lin ang="5400000" scaled="1"/>
          </a:gra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Rectangle 7">
            <a:extLst>
              <a:ext uri="{FF2B5EF4-FFF2-40B4-BE49-F238E27FC236}">
                <a16:creationId xmlns:a16="http://schemas.microsoft.com/office/drawing/2014/main" id="{471B0644-6BE5-3A17-CB9E-03CC0ADBCAC3}"/>
              </a:ext>
            </a:extLst>
          </p:cNvPr>
          <p:cNvSpPr/>
          <p:nvPr userDrawn="1"/>
        </p:nvSpPr>
        <p:spPr>
          <a:xfrm flipV="1">
            <a:off x="-31247" y="0"/>
            <a:ext cx="1804783" cy="6858000"/>
          </a:xfrm>
          <a:prstGeom prst="rect">
            <a:avLst/>
          </a:prstGeom>
          <a:blipFill>
            <a:blip r:embed="rId2" cstate="print">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TextBox 8">
            <a:extLst>
              <a:ext uri="{FF2B5EF4-FFF2-40B4-BE49-F238E27FC236}">
                <a16:creationId xmlns:a16="http://schemas.microsoft.com/office/drawing/2014/main" id="{E61CABA6-14B3-43D2-ED89-BD749E5AF92A}"/>
              </a:ext>
            </a:extLst>
          </p:cNvPr>
          <p:cNvSpPr txBox="1"/>
          <p:nvPr userDrawn="1"/>
        </p:nvSpPr>
        <p:spPr>
          <a:xfrm rot="16200000">
            <a:off x="-1800908" y="4465666"/>
            <a:ext cx="4173065" cy="338554"/>
          </a:xfrm>
          <a:prstGeom prst="rect">
            <a:avLst/>
          </a:prstGeom>
          <a:noFill/>
        </p:spPr>
        <p:txBody>
          <a:bodyPr wrap="none" rtlCol="0">
            <a:spAutoFit/>
          </a:bodyPr>
          <a:lstStyle/>
          <a:p>
            <a:r>
              <a:rPr lang="en-VN" sz="1600" b="1" dirty="0">
                <a:solidFill>
                  <a:schemeClr val="bg1"/>
                </a:solidFill>
              </a:rPr>
              <a:t>FACULTY OF COMPUTER ENGINEERING</a:t>
            </a:r>
          </a:p>
        </p:txBody>
      </p:sp>
      <p:grpSp>
        <p:nvGrpSpPr>
          <p:cNvPr id="12" name="Group 11">
            <a:extLst>
              <a:ext uri="{FF2B5EF4-FFF2-40B4-BE49-F238E27FC236}">
                <a16:creationId xmlns:a16="http://schemas.microsoft.com/office/drawing/2014/main" id="{F6CA6459-D804-2D1E-9BE6-04D9777C2161}"/>
              </a:ext>
            </a:extLst>
          </p:cNvPr>
          <p:cNvGrpSpPr/>
          <p:nvPr userDrawn="1"/>
        </p:nvGrpSpPr>
        <p:grpSpPr>
          <a:xfrm>
            <a:off x="4479985" y="131938"/>
            <a:ext cx="3232030" cy="768394"/>
            <a:chOff x="4280055" y="84406"/>
            <a:chExt cx="3631889" cy="863458"/>
          </a:xfrm>
        </p:grpSpPr>
        <p:sp>
          <p:nvSpPr>
            <p:cNvPr id="13" name="Rounded Rectangle 12">
              <a:extLst>
                <a:ext uri="{FF2B5EF4-FFF2-40B4-BE49-F238E27FC236}">
                  <a16:creationId xmlns:a16="http://schemas.microsoft.com/office/drawing/2014/main" id="{55D6C41E-6B27-7E5A-648B-DD401B12DFC5}"/>
                </a:ext>
              </a:extLst>
            </p:cNvPr>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4" name="Rounded Rectangle 13">
              <a:extLst>
                <a:ext uri="{FF2B5EF4-FFF2-40B4-BE49-F238E27FC236}">
                  <a16:creationId xmlns:a16="http://schemas.microsoft.com/office/drawing/2014/main" id="{B567EB7E-D89E-FE6D-1F1D-A9C48547288A}"/>
                </a:ext>
              </a:extLst>
            </p:cNvPr>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15" name="Picture 14" descr="Icon&#10;&#10;Description automatically generated with medium confidence">
              <a:extLst>
                <a:ext uri="{FF2B5EF4-FFF2-40B4-BE49-F238E27FC236}">
                  <a16:creationId xmlns:a16="http://schemas.microsoft.com/office/drawing/2014/main" id="{49BDC9CC-F359-3B37-10BB-43B882073583}"/>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315084" y="84406"/>
              <a:ext cx="871486" cy="863458"/>
            </a:xfrm>
            <a:prstGeom prst="rect">
              <a:avLst/>
            </a:prstGeom>
          </p:spPr>
        </p:pic>
        <p:pic>
          <p:nvPicPr>
            <p:cNvPr id="16" name="Picture 15" descr="A picture containing clipart, vector graphics&#10;&#10;Description automatically generated">
              <a:extLst>
                <a:ext uri="{FF2B5EF4-FFF2-40B4-BE49-F238E27FC236}">
                  <a16:creationId xmlns:a16="http://schemas.microsoft.com/office/drawing/2014/main" id="{D9063C0E-6124-70AB-5990-6A8D28B5DA32}"/>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5005430" y="111027"/>
              <a:ext cx="979518" cy="810216"/>
            </a:xfrm>
            <a:prstGeom prst="rect">
              <a:avLst/>
            </a:prstGeom>
          </p:spPr>
        </p:pic>
      </p:grpSp>
      <p:grpSp>
        <p:nvGrpSpPr>
          <p:cNvPr id="18" name="Group 17">
            <a:extLst>
              <a:ext uri="{FF2B5EF4-FFF2-40B4-BE49-F238E27FC236}">
                <a16:creationId xmlns:a16="http://schemas.microsoft.com/office/drawing/2014/main" id="{7B48FC94-0045-6DC4-777D-4F5E40C1D399}"/>
              </a:ext>
            </a:extLst>
          </p:cNvPr>
          <p:cNvGrpSpPr/>
          <p:nvPr userDrawn="1"/>
        </p:nvGrpSpPr>
        <p:grpSpPr>
          <a:xfrm>
            <a:off x="11508226" y="243069"/>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19" name="Oval 18">
              <a:extLst>
                <a:ext uri="{FF2B5EF4-FFF2-40B4-BE49-F238E27FC236}">
                  <a16:creationId xmlns:a16="http://schemas.microsoft.com/office/drawing/2014/main" id="{19120F02-27FC-FEC5-707D-FDA64409C1B6}"/>
                </a:ext>
              </a:extLst>
            </p:cNvPr>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0" name="Oval 19">
              <a:extLst>
                <a:ext uri="{FF2B5EF4-FFF2-40B4-BE49-F238E27FC236}">
                  <a16:creationId xmlns:a16="http://schemas.microsoft.com/office/drawing/2014/main" id="{73BF5235-1626-C61A-115C-C67CC9015074}"/>
                </a:ext>
              </a:extLst>
            </p:cNvPr>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sp>
        <p:nvSpPr>
          <p:cNvPr id="6" name="Slide Number Placeholder 5"/>
          <p:cNvSpPr>
            <a:spLocks noGrp="1"/>
          </p:cNvSpPr>
          <p:nvPr>
            <p:ph type="sldNum" sz="quarter" idx="12"/>
          </p:nvPr>
        </p:nvSpPr>
        <p:spPr>
          <a:xfrm>
            <a:off x="10409692" y="332284"/>
            <a:ext cx="2743200" cy="365125"/>
          </a:xfrm>
        </p:spPr>
        <p:txBody>
          <a:bodyPr/>
          <a:lstStyle>
            <a:lvl1pPr algn="ctr">
              <a:defRPr>
                <a:solidFill>
                  <a:schemeClr val="bg1"/>
                </a:solidFill>
              </a:defRPr>
            </a:lvl1pPr>
          </a:lstStyle>
          <a:p>
            <a:fld id="{48F63A3B-78C7-47BE-AE5E-E10140E04643}" type="slidenum">
              <a:rPr lang="en-US" smtClean="0"/>
              <a:pPr/>
              <a:t>‹#›</a:t>
            </a:fld>
            <a:endParaRPr lang="en-US" dirty="0"/>
          </a:p>
        </p:txBody>
      </p:sp>
      <p:sp>
        <p:nvSpPr>
          <p:cNvPr id="22" name="Rounded Rectangle 21">
            <a:extLst>
              <a:ext uri="{FF2B5EF4-FFF2-40B4-BE49-F238E27FC236}">
                <a16:creationId xmlns:a16="http://schemas.microsoft.com/office/drawing/2014/main" id="{AA5FA796-6DE2-7146-15EE-C9B175F7F587}"/>
              </a:ext>
            </a:extLst>
          </p:cNvPr>
          <p:cNvSpPr/>
          <p:nvPr userDrawn="1"/>
        </p:nvSpPr>
        <p:spPr>
          <a:xfrm>
            <a:off x="1136821" y="1450428"/>
            <a:ext cx="10210628" cy="4289654"/>
          </a:xfrm>
          <a:prstGeom prst="roundRect">
            <a:avLst>
              <a:gd name="adj" fmla="val 2701"/>
            </a:avLst>
          </a:prstGeom>
          <a:blipFill>
            <a:blip r:embed="rId5" cstate="print">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3" name="Rounded Rectangle 22">
            <a:extLst>
              <a:ext uri="{FF2B5EF4-FFF2-40B4-BE49-F238E27FC236}">
                <a16:creationId xmlns:a16="http://schemas.microsoft.com/office/drawing/2014/main" id="{2388E92E-709B-64D5-4BEC-56AE8C45F3A5}"/>
              </a:ext>
            </a:extLst>
          </p:cNvPr>
          <p:cNvSpPr/>
          <p:nvPr userDrawn="1"/>
        </p:nvSpPr>
        <p:spPr>
          <a:xfrm>
            <a:off x="1136821" y="1450428"/>
            <a:ext cx="10210628" cy="4289654"/>
          </a:xfrm>
          <a:prstGeom prst="roundRect">
            <a:avLst>
              <a:gd name="adj" fmla="val 2701"/>
            </a:avLst>
          </a:prstGeom>
          <a:gradFill>
            <a:gsLst>
              <a:gs pos="0">
                <a:srgbClr val="38EF7D">
                  <a:alpha val="40000"/>
                </a:srgbClr>
              </a:gs>
              <a:gs pos="100000">
                <a:srgbClr val="11998E">
                  <a:alpha val="40000"/>
                </a:srgb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 name="Title 1"/>
          <p:cNvSpPr>
            <a:spLocks noGrp="1"/>
          </p:cNvSpPr>
          <p:nvPr>
            <p:ph type="title"/>
          </p:nvPr>
        </p:nvSpPr>
        <p:spPr>
          <a:xfrm>
            <a:off x="1653362" y="2425382"/>
            <a:ext cx="9177548" cy="1505953"/>
          </a:xfrm>
          <a:prstGeom prst="rect">
            <a:avLst/>
          </a:prstGeom>
          <a:noFill/>
          <a:ln w="12700">
            <a:noFill/>
          </a:ln>
          <a:effectLst/>
        </p:spPr>
        <p:txBody>
          <a:bodyPr anchor="ctr">
            <a:normAutofit/>
          </a:bodyPr>
          <a:lstStyle>
            <a:lvl1pPr>
              <a:defRPr sz="5400" b="1">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1653362" y="4108231"/>
            <a:ext cx="5564835" cy="741925"/>
          </a:xfrm>
        </p:spPr>
        <p:txBody>
          <a:bodyPr/>
          <a:lstStyle>
            <a:lvl1pPr marL="0" indent="0" algn="l">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5" name="Content Placeholder 24">
            <a:extLst>
              <a:ext uri="{FF2B5EF4-FFF2-40B4-BE49-F238E27FC236}">
                <a16:creationId xmlns:a16="http://schemas.microsoft.com/office/drawing/2014/main" id="{4340540A-BFD6-C001-24D2-E0A446DCF919}"/>
              </a:ext>
            </a:extLst>
          </p:cNvPr>
          <p:cNvSpPr>
            <a:spLocks noGrp="1"/>
          </p:cNvSpPr>
          <p:nvPr>
            <p:ph sz="quarter" idx="13" hasCustomPrompt="1"/>
          </p:nvPr>
        </p:nvSpPr>
        <p:spPr>
          <a:xfrm>
            <a:off x="1653362" y="561276"/>
            <a:ext cx="2052637" cy="1785937"/>
          </a:xfrm>
        </p:spPr>
        <p:txBody>
          <a:bodyPr>
            <a:noAutofit/>
          </a:bodyPr>
          <a:lstStyle>
            <a:lvl1pPr marL="0" indent="0">
              <a:buNone/>
              <a:defRPr sz="11500" b="1">
                <a:solidFill>
                  <a:schemeClr val="bg1">
                    <a:alpha val="65236"/>
                  </a:schemeClr>
                </a:solidFill>
                <a:effectLst>
                  <a:outerShdw blurRad="63500" sx="102000" sy="102000" algn="ctr" rotWithShape="0">
                    <a:prstClr val="black">
                      <a:alpha val="40000"/>
                    </a:prstClr>
                  </a:outerShdw>
                </a:effectLst>
              </a:defRPr>
            </a:lvl1pPr>
          </a:lstStyle>
          <a:p>
            <a:pPr lvl="0"/>
            <a:r>
              <a:rPr lang="en-VN" dirty="0"/>
              <a:t>01</a:t>
            </a:r>
          </a:p>
        </p:txBody>
      </p:sp>
      <p:sp>
        <p:nvSpPr>
          <p:cNvPr id="10" name="Freeform 9">
            <a:extLst>
              <a:ext uri="{FF2B5EF4-FFF2-40B4-BE49-F238E27FC236}">
                <a16:creationId xmlns:a16="http://schemas.microsoft.com/office/drawing/2014/main" id="{3801A917-2F30-C5E0-9749-96D2AA3258C3}"/>
              </a:ext>
            </a:extLst>
          </p:cNvPr>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6000" y="1036767"/>
            <a:ext cx="10980000" cy="890663"/>
          </a:xfrm>
        </p:spPr>
        <p:txBody>
          <a:bodyPr/>
          <a:lstStyle>
            <a:lvl1pPr marL="0" indent="0">
              <a:buFont typeface="+mj-lt"/>
              <a:buNone/>
              <a:defRPr b="1">
                <a:gradFill flip="none" rotWithShape="1">
                  <a:gsLst>
                    <a:gs pos="0">
                      <a:schemeClr val="accent4">
                        <a:lumMod val="75000"/>
                      </a:schemeClr>
                    </a:gs>
                    <a:gs pos="100000">
                      <a:schemeClr val="accent3">
                        <a:lumMod val="75000"/>
                      </a:schemeClr>
                    </a:gs>
                  </a:gsLst>
                  <a:lin ang="16200000" scaled="1"/>
                  <a:tileRect/>
                </a:gradFill>
              </a:defRPr>
            </a:lvl1pPr>
          </a:lstStyle>
          <a:p>
            <a:r>
              <a:rPr lang="en-US" dirty="0"/>
              <a:t>Click to edit Master title style</a:t>
            </a:r>
          </a:p>
        </p:txBody>
      </p:sp>
      <p:sp>
        <p:nvSpPr>
          <p:cNvPr id="3" name="Content Placeholder 2"/>
          <p:cNvSpPr>
            <a:spLocks noGrp="1"/>
          </p:cNvSpPr>
          <p:nvPr>
            <p:ph idx="1"/>
          </p:nvPr>
        </p:nvSpPr>
        <p:spPr>
          <a:xfrm>
            <a:off x="606000" y="2020279"/>
            <a:ext cx="10980000" cy="4156684"/>
          </a:xfrm>
        </p:spPr>
        <p:txBody>
          <a:bodyPr/>
          <a:lstStyle>
            <a:lvl1pPr>
              <a:lnSpc>
                <a:spcPct val="130000"/>
              </a:lnSpc>
              <a:spcBef>
                <a:spcPts val="300"/>
              </a:spcBef>
              <a:spcAft>
                <a:spcPts val="300"/>
              </a:spcAft>
              <a:defRPr/>
            </a:lvl1pPr>
            <a:lvl2pPr>
              <a:lnSpc>
                <a:spcPct val="130000"/>
              </a:lnSpc>
              <a:spcBef>
                <a:spcPts val="300"/>
              </a:spcBef>
              <a:spcAft>
                <a:spcPts val="300"/>
              </a:spcAft>
              <a:defRPr/>
            </a:lvl2pPr>
            <a:lvl3pPr>
              <a:lnSpc>
                <a:spcPct val="130000"/>
              </a:lnSpc>
              <a:spcBef>
                <a:spcPts val="300"/>
              </a:spcBef>
              <a:spcAft>
                <a:spcPts val="300"/>
              </a:spcAft>
              <a:defRPr/>
            </a:lvl3pPr>
            <a:lvl4pPr>
              <a:lnSpc>
                <a:spcPct val="130000"/>
              </a:lnSpc>
              <a:spcBef>
                <a:spcPts val="300"/>
              </a:spcBef>
              <a:spcAft>
                <a:spcPts val="300"/>
              </a:spcAft>
              <a:defRPr/>
            </a:lvl4pPr>
            <a:lvl5pPr>
              <a:lnSpc>
                <a:spcPct val="130000"/>
              </a:lnSpc>
              <a:spcBef>
                <a:spcPts val="300"/>
              </a:spcBef>
              <a:spcAft>
                <a:spcPts val="300"/>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1033164" y="6356350"/>
            <a:ext cx="2743200" cy="365125"/>
          </a:xfrm>
        </p:spPr>
        <p:txBody>
          <a:bodyPr/>
          <a:lstStyle/>
          <a:p>
            <a:fld id="{A4B08D6D-E5AB-054C-8BBA-2EAE96362CB2}" type="datetime3">
              <a:rPr lang="en-US" smtClean="0"/>
              <a:t>7 July 2026</a:t>
            </a:fld>
            <a:endParaRPr lang="en-US" dirty="0"/>
          </a:p>
        </p:txBody>
      </p:sp>
      <p:sp>
        <p:nvSpPr>
          <p:cNvPr id="5" name="Footer Placeholder 4"/>
          <p:cNvSpPr>
            <a:spLocks noGrp="1"/>
          </p:cNvSpPr>
          <p:nvPr>
            <p:ph type="ftr" sz="quarter" idx="11"/>
          </p:nvPr>
        </p:nvSpPr>
        <p:spPr>
          <a:xfrm>
            <a:off x="4233564" y="6356350"/>
            <a:ext cx="4114800" cy="365125"/>
          </a:xfrm>
        </p:spPr>
        <p:txBody>
          <a:bodyPr/>
          <a:lstStyle/>
          <a:p>
            <a:r>
              <a:rPr lang="en-US"/>
              <a:t>Copyrights 2024 CE-UIT. All Rights Reserved.</a:t>
            </a:r>
            <a:endParaRPr lang="en-US" dirty="0"/>
          </a:p>
        </p:txBody>
      </p:sp>
      <p:sp>
        <p:nvSpPr>
          <p:cNvPr id="7" name="Rectangle 6">
            <a:extLst>
              <a:ext uri="{FF2B5EF4-FFF2-40B4-BE49-F238E27FC236}">
                <a16:creationId xmlns:a16="http://schemas.microsoft.com/office/drawing/2014/main" id="{107F0F65-AD9D-F4EF-651A-F8557E5CEDEF}"/>
              </a:ext>
            </a:extLst>
          </p:cNvPr>
          <p:cNvSpPr/>
          <p:nvPr userDrawn="1"/>
        </p:nvSpPr>
        <p:spPr>
          <a:xfrm rot="5400000">
            <a:off x="5778985" y="-5780045"/>
            <a:ext cx="631552" cy="12194479"/>
          </a:xfrm>
          <a:prstGeom prst="rect">
            <a:avLst/>
          </a:prstGeom>
          <a:gradFill>
            <a:gsLst>
              <a:gs pos="0">
                <a:schemeClr val="accent3">
                  <a:lumMod val="75000"/>
                </a:schemeClr>
              </a:gs>
              <a:gs pos="100000">
                <a:schemeClr val="accent4">
                  <a:lumMod val="75000"/>
                </a:schemeClr>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Rectangle 7">
            <a:extLst>
              <a:ext uri="{FF2B5EF4-FFF2-40B4-BE49-F238E27FC236}">
                <a16:creationId xmlns:a16="http://schemas.microsoft.com/office/drawing/2014/main" id="{D6792619-8016-D1B1-D5B6-0463FC873115}"/>
              </a:ext>
            </a:extLst>
          </p:cNvPr>
          <p:cNvSpPr/>
          <p:nvPr userDrawn="1"/>
        </p:nvSpPr>
        <p:spPr>
          <a:xfrm rot="5400000" flipV="1">
            <a:off x="5780224" y="-5781463"/>
            <a:ext cx="631552" cy="12194479"/>
          </a:xfrm>
          <a:prstGeom prst="rect">
            <a:avLst/>
          </a:prstGeom>
          <a:blipFill>
            <a:blip r:embed="rId2" cstate="print">
              <a:extLst>
                <a:ext uri="{28A0092B-C50C-407E-A947-70E740481C1C}">
                  <a14:useLocalDpi xmlns:a14="http://schemas.microsoft.com/office/drawing/2010/main"/>
                </a:ext>
              </a:extLst>
            </a:blip>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TextBox 8">
            <a:extLst>
              <a:ext uri="{FF2B5EF4-FFF2-40B4-BE49-F238E27FC236}">
                <a16:creationId xmlns:a16="http://schemas.microsoft.com/office/drawing/2014/main" id="{E634CFDC-8819-F613-CB53-B010209F03B3}"/>
              </a:ext>
            </a:extLst>
          </p:cNvPr>
          <p:cNvSpPr txBox="1"/>
          <p:nvPr userDrawn="1"/>
        </p:nvSpPr>
        <p:spPr>
          <a:xfrm>
            <a:off x="240281" y="141423"/>
            <a:ext cx="7420291" cy="337383"/>
          </a:xfrm>
          <a:prstGeom prst="rect">
            <a:avLst/>
          </a:prstGeom>
          <a:noFill/>
        </p:spPr>
        <p:txBody>
          <a:bodyPr wrap="none" rtlCol="0">
            <a:spAutoFit/>
          </a:bodyPr>
          <a:lstStyle/>
          <a:p>
            <a:r>
              <a:rPr lang="en-VN" sz="1600" b="1" dirty="0">
                <a:solidFill>
                  <a:schemeClr val="bg1"/>
                </a:solidFill>
              </a:rPr>
              <a:t>FACULTY OF COMPUTER ENGINEERING</a:t>
            </a:r>
          </a:p>
        </p:txBody>
      </p:sp>
      <p:grpSp>
        <p:nvGrpSpPr>
          <p:cNvPr id="10" name="Group 9">
            <a:extLst>
              <a:ext uri="{FF2B5EF4-FFF2-40B4-BE49-F238E27FC236}">
                <a16:creationId xmlns:a16="http://schemas.microsoft.com/office/drawing/2014/main" id="{A847D5C7-4917-CA09-77DC-A3EC771CB75C}"/>
              </a:ext>
            </a:extLst>
          </p:cNvPr>
          <p:cNvGrpSpPr/>
          <p:nvPr userDrawn="1"/>
        </p:nvGrpSpPr>
        <p:grpSpPr>
          <a:xfrm>
            <a:off x="4479985" y="241694"/>
            <a:ext cx="3232030" cy="768394"/>
            <a:chOff x="4280055" y="84406"/>
            <a:chExt cx="3631889" cy="863458"/>
          </a:xfrm>
        </p:grpSpPr>
        <p:sp>
          <p:nvSpPr>
            <p:cNvPr id="11" name="Rounded Rectangle 10">
              <a:extLst>
                <a:ext uri="{FF2B5EF4-FFF2-40B4-BE49-F238E27FC236}">
                  <a16:creationId xmlns:a16="http://schemas.microsoft.com/office/drawing/2014/main" id="{48D4D6A6-CC45-52A4-171D-81125CDEE0BB}"/>
                </a:ext>
              </a:extLst>
            </p:cNvPr>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2" name="Rounded Rectangle 11">
              <a:extLst>
                <a:ext uri="{FF2B5EF4-FFF2-40B4-BE49-F238E27FC236}">
                  <a16:creationId xmlns:a16="http://schemas.microsoft.com/office/drawing/2014/main" id="{E10A2D28-A8FF-8313-ADCB-2B72C390FACF}"/>
                </a:ext>
              </a:extLst>
            </p:cNvPr>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13" name="Picture 12" descr="Icon&#10;&#10;Description automatically generated with medium confidence">
              <a:extLst>
                <a:ext uri="{FF2B5EF4-FFF2-40B4-BE49-F238E27FC236}">
                  <a16:creationId xmlns:a16="http://schemas.microsoft.com/office/drawing/2014/main" id="{1E73120D-A83C-0746-0C19-5132936E2480}"/>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315084" y="84406"/>
              <a:ext cx="871486" cy="863458"/>
            </a:xfrm>
            <a:prstGeom prst="rect">
              <a:avLst/>
            </a:prstGeom>
          </p:spPr>
        </p:pic>
        <p:pic>
          <p:nvPicPr>
            <p:cNvPr id="14" name="Picture 13" descr="A picture containing clipart, vector graphics&#10;&#10;Description automatically generated">
              <a:extLst>
                <a:ext uri="{FF2B5EF4-FFF2-40B4-BE49-F238E27FC236}">
                  <a16:creationId xmlns:a16="http://schemas.microsoft.com/office/drawing/2014/main" id="{FF279D30-BA02-4EF4-72A0-69A0DFA1F187}"/>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5005430" y="111027"/>
              <a:ext cx="979518" cy="810216"/>
            </a:xfrm>
            <a:prstGeom prst="rect">
              <a:avLst/>
            </a:prstGeom>
          </p:spPr>
        </p:pic>
      </p:grpSp>
      <p:grpSp>
        <p:nvGrpSpPr>
          <p:cNvPr id="19" name="Group 18">
            <a:extLst>
              <a:ext uri="{FF2B5EF4-FFF2-40B4-BE49-F238E27FC236}">
                <a16:creationId xmlns:a16="http://schemas.microsoft.com/office/drawing/2014/main" id="{215A5037-1013-FEAC-916D-D7685B8E78E3}"/>
              </a:ext>
            </a:extLst>
          </p:cNvPr>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20" name="Oval 19">
              <a:extLst>
                <a:ext uri="{FF2B5EF4-FFF2-40B4-BE49-F238E27FC236}">
                  <a16:creationId xmlns:a16="http://schemas.microsoft.com/office/drawing/2014/main" id="{96836040-223F-32E9-6652-247D1B1776AC}"/>
                </a:ext>
              </a:extLst>
            </p:cNvPr>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1" name="Oval 20">
              <a:extLst>
                <a:ext uri="{FF2B5EF4-FFF2-40B4-BE49-F238E27FC236}">
                  <a16:creationId xmlns:a16="http://schemas.microsoft.com/office/drawing/2014/main" id="{BC7C8B3B-CA71-8CB4-C831-5785E5171D6A}"/>
                </a:ext>
              </a:extLst>
            </p:cNvPr>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sp>
        <p:nvSpPr>
          <p:cNvPr id="6" name="Slide Number Placeholder 5"/>
          <p:cNvSpPr>
            <a:spLocks noGrp="1"/>
          </p:cNvSpPr>
          <p:nvPr userDrawn="1">
            <p:ph type="sldNum" sz="quarter" idx="12"/>
          </p:nvPr>
        </p:nvSpPr>
        <p:spPr>
          <a:xfrm>
            <a:off x="10422944" y="6356350"/>
            <a:ext cx="2743200" cy="365125"/>
          </a:xfrm>
        </p:spPr>
        <p:txBody>
          <a:bodyPr/>
          <a:lstStyle>
            <a:lvl1pPr algn="ctr">
              <a:defRPr>
                <a:solidFill>
                  <a:schemeClr val="bg1"/>
                </a:solidFill>
              </a:defRPr>
            </a:lvl1pPr>
          </a:lstStyle>
          <a:p>
            <a:fld id="{48F63A3B-78C7-47BE-AE5E-E10140E04643}" type="slidenum">
              <a:rPr lang="en-US" smtClean="0"/>
              <a:pPr/>
              <a:t>‹#›</a:t>
            </a:fld>
            <a:endParaRPr lang="en-US" dirty="0"/>
          </a:p>
        </p:txBody>
      </p:sp>
      <p:sp>
        <p:nvSpPr>
          <p:cNvPr id="24" name="Freeform 23">
            <a:extLst>
              <a:ext uri="{FF2B5EF4-FFF2-40B4-BE49-F238E27FC236}">
                <a16:creationId xmlns:a16="http://schemas.microsoft.com/office/drawing/2014/main" id="{DCEAF726-95E1-8A34-13F1-109FB98C6990}"/>
              </a:ext>
            </a:extLst>
          </p:cNvPr>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Tree>
    <p:extLst>
      <p:ext uri="{BB962C8B-B14F-4D97-AF65-F5344CB8AC3E}">
        <p14:creationId xmlns:p14="http://schemas.microsoft.com/office/powerpoint/2010/main" val="5550425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6000" y="1036767"/>
            <a:ext cx="10980000" cy="890663"/>
          </a:xfrm>
        </p:spPr>
        <p:txBody>
          <a:bodyPr/>
          <a:lstStyle>
            <a:lvl1pPr marL="0" indent="0">
              <a:buFont typeface="+mj-lt"/>
              <a:buNone/>
              <a:defRPr b="1">
                <a:gradFill flip="none" rotWithShape="1">
                  <a:gsLst>
                    <a:gs pos="0">
                      <a:schemeClr val="accent4">
                        <a:lumMod val="75000"/>
                      </a:schemeClr>
                    </a:gs>
                    <a:gs pos="100000">
                      <a:schemeClr val="accent3">
                        <a:lumMod val="75000"/>
                      </a:schemeClr>
                    </a:gs>
                  </a:gsLst>
                  <a:lin ang="16200000" scaled="1"/>
                  <a:tileRect/>
                </a:gradFill>
              </a:defRPr>
            </a:lvl1pPr>
          </a:lstStyle>
          <a:p>
            <a:r>
              <a:rPr lang="en-US" dirty="0"/>
              <a:t>Click to edit Master title style</a:t>
            </a:r>
          </a:p>
        </p:txBody>
      </p:sp>
      <p:sp>
        <p:nvSpPr>
          <p:cNvPr id="3" name="Content Placeholder 2"/>
          <p:cNvSpPr>
            <a:spLocks noGrp="1"/>
          </p:cNvSpPr>
          <p:nvPr>
            <p:ph idx="1"/>
          </p:nvPr>
        </p:nvSpPr>
        <p:spPr>
          <a:xfrm>
            <a:off x="606000" y="2020279"/>
            <a:ext cx="10980000" cy="4156684"/>
          </a:xfrm>
        </p:spPr>
        <p:txBody>
          <a:bodyPr/>
          <a:lstStyle>
            <a:lvl1pPr>
              <a:lnSpc>
                <a:spcPct val="130000"/>
              </a:lnSpc>
              <a:spcBef>
                <a:spcPts val="300"/>
              </a:spcBef>
              <a:spcAft>
                <a:spcPts val="300"/>
              </a:spcAft>
              <a:defRPr/>
            </a:lvl1pPr>
            <a:lvl2pPr>
              <a:lnSpc>
                <a:spcPct val="130000"/>
              </a:lnSpc>
              <a:spcBef>
                <a:spcPts val="300"/>
              </a:spcBef>
              <a:spcAft>
                <a:spcPts val="300"/>
              </a:spcAft>
              <a:defRPr/>
            </a:lvl2pPr>
            <a:lvl3pPr>
              <a:lnSpc>
                <a:spcPct val="130000"/>
              </a:lnSpc>
              <a:spcBef>
                <a:spcPts val="300"/>
              </a:spcBef>
              <a:spcAft>
                <a:spcPts val="300"/>
              </a:spcAft>
              <a:defRPr/>
            </a:lvl3pPr>
            <a:lvl4pPr>
              <a:lnSpc>
                <a:spcPct val="130000"/>
              </a:lnSpc>
              <a:spcBef>
                <a:spcPts val="300"/>
              </a:spcBef>
              <a:spcAft>
                <a:spcPts val="300"/>
              </a:spcAft>
              <a:defRPr/>
            </a:lvl4pPr>
            <a:lvl5pPr>
              <a:lnSpc>
                <a:spcPct val="130000"/>
              </a:lnSpc>
              <a:spcBef>
                <a:spcPts val="300"/>
              </a:spcBef>
              <a:spcAft>
                <a:spcPts val="300"/>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1033164" y="6356350"/>
            <a:ext cx="2743200" cy="365125"/>
          </a:xfrm>
        </p:spPr>
        <p:txBody>
          <a:bodyPr/>
          <a:lstStyle/>
          <a:p>
            <a:fld id="{A4B08D6D-E5AB-054C-8BBA-2EAE96362CB2}" type="datetime3">
              <a:rPr lang="en-US" smtClean="0"/>
              <a:t>7 July 2026</a:t>
            </a:fld>
            <a:endParaRPr lang="en-US" dirty="0"/>
          </a:p>
        </p:txBody>
      </p:sp>
      <p:sp>
        <p:nvSpPr>
          <p:cNvPr id="5" name="Footer Placeholder 4"/>
          <p:cNvSpPr>
            <a:spLocks noGrp="1"/>
          </p:cNvSpPr>
          <p:nvPr>
            <p:ph type="ftr" sz="quarter" idx="11"/>
          </p:nvPr>
        </p:nvSpPr>
        <p:spPr>
          <a:xfrm>
            <a:off x="4233564" y="6356350"/>
            <a:ext cx="4114800" cy="365125"/>
          </a:xfrm>
        </p:spPr>
        <p:txBody>
          <a:bodyPr/>
          <a:lstStyle/>
          <a:p>
            <a:r>
              <a:rPr lang="en-US"/>
              <a:t>Copyrights 2024 CE-UIT. All Rights Reserved.</a:t>
            </a:r>
            <a:endParaRPr lang="en-US" dirty="0"/>
          </a:p>
        </p:txBody>
      </p:sp>
      <p:sp>
        <p:nvSpPr>
          <p:cNvPr id="7" name="Rectangle 6">
            <a:extLst>
              <a:ext uri="{FF2B5EF4-FFF2-40B4-BE49-F238E27FC236}">
                <a16:creationId xmlns:a16="http://schemas.microsoft.com/office/drawing/2014/main" id="{107F0F65-AD9D-F4EF-651A-F8557E5CEDEF}"/>
              </a:ext>
            </a:extLst>
          </p:cNvPr>
          <p:cNvSpPr/>
          <p:nvPr userDrawn="1"/>
        </p:nvSpPr>
        <p:spPr>
          <a:xfrm rot="5400000">
            <a:off x="5778985" y="-5780045"/>
            <a:ext cx="631552" cy="12194479"/>
          </a:xfrm>
          <a:prstGeom prst="rect">
            <a:avLst/>
          </a:prstGeom>
          <a:gradFill>
            <a:gsLst>
              <a:gs pos="0">
                <a:schemeClr val="accent3">
                  <a:lumMod val="75000"/>
                </a:schemeClr>
              </a:gs>
              <a:gs pos="100000">
                <a:schemeClr val="accent4">
                  <a:lumMod val="75000"/>
                </a:schemeClr>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Rectangle 7">
            <a:extLst>
              <a:ext uri="{FF2B5EF4-FFF2-40B4-BE49-F238E27FC236}">
                <a16:creationId xmlns:a16="http://schemas.microsoft.com/office/drawing/2014/main" id="{D6792619-8016-D1B1-D5B6-0463FC873115}"/>
              </a:ext>
            </a:extLst>
          </p:cNvPr>
          <p:cNvSpPr/>
          <p:nvPr userDrawn="1"/>
        </p:nvSpPr>
        <p:spPr>
          <a:xfrm rot="5400000" flipV="1">
            <a:off x="5780224" y="-5781463"/>
            <a:ext cx="631552" cy="12194479"/>
          </a:xfrm>
          <a:prstGeom prst="rect">
            <a:avLst/>
          </a:prstGeom>
          <a:blipFill>
            <a:blip r:embed="rId2" cstate="print">
              <a:extLst>
                <a:ext uri="{28A0092B-C50C-407E-A947-70E740481C1C}">
                  <a14:useLocalDpi xmlns:a14="http://schemas.microsoft.com/office/drawing/2010/main"/>
                </a:ext>
              </a:extLst>
            </a:blip>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TextBox 8">
            <a:extLst>
              <a:ext uri="{FF2B5EF4-FFF2-40B4-BE49-F238E27FC236}">
                <a16:creationId xmlns:a16="http://schemas.microsoft.com/office/drawing/2014/main" id="{E634CFDC-8819-F613-CB53-B010209F03B3}"/>
              </a:ext>
            </a:extLst>
          </p:cNvPr>
          <p:cNvSpPr txBox="1"/>
          <p:nvPr userDrawn="1"/>
        </p:nvSpPr>
        <p:spPr>
          <a:xfrm>
            <a:off x="240281" y="141423"/>
            <a:ext cx="7420291" cy="337383"/>
          </a:xfrm>
          <a:prstGeom prst="rect">
            <a:avLst/>
          </a:prstGeom>
          <a:noFill/>
        </p:spPr>
        <p:txBody>
          <a:bodyPr wrap="none" rtlCol="0">
            <a:spAutoFit/>
          </a:bodyPr>
          <a:lstStyle/>
          <a:p>
            <a:r>
              <a:rPr lang="en-VN" sz="1600" b="1" dirty="0">
                <a:solidFill>
                  <a:schemeClr val="bg1"/>
                </a:solidFill>
              </a:rPr>
              <a:t>FACULTY OF COMPUTER ENGINEERING</a:t>
            </a:r>
          </a:p>
        </p:txBody>
      </p:sp>
      <p:grpSp>
        <p:nvGrpSpPr>
          <p:cNvPr id="10" name="Group 9">
            <a:extLst>
              <a:ext uri="{FF2B5EF4-FFF2-40B4-BE49-F238E27FC236}">
                <a16:creationId xmlns:a16="http://schemas.microsoft.com/office/drawing/2014/main" id="{A847D5C7-4917-CA09-77DC-A3EC771CB75C}"/>
              </a:ext>
            </a:extLst>
          </p:cNvPr>
          <p:cNvGrpSpPr/>
          <p:nvPr userDrawn="1"/>
        </p:nvGrpSpPr>
        <p:grpSpPr>
          <a:xfrm>
            <a:off x="4479985" y="241694"/>
            <a:ext cx="3232030" cy="768394"/>
            <a:chOff x="4280055" y="84406"/>
            <a:chExt cx="3631889" cy="863458"/>
          </a:xfrm>
        </p:grpSpPr>
        <p:sp>
          <p:nvSpPr>
            <p:cNvPr id="11" name="Rounded Rectangle 10">
              <a:extLst>
                <a:ext uri="{FF2B5EF4-FFF2-40B4-BE49-F238E27FC236}">
                  <a16:creationId xmlns:a16="http://schemas.microsoft.com/office/drawing/2014/main" id="{48D4D6A6-CC45-52A4-171D-81125CDEE0BB}"/>
                </a:ext>
              </a:extLst>
            </p:cNvPr>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2" name="Rounded Rectangle 11">
              <a:extLst>
                <a:ext uri="{FF2B5EF4-FFF2-40B4-BE49-F238E27FC236}">
                  <a16:creationId xmlns:a16="http://schemas.microsoft.com/office/drawing/2014/main" id="{E10A2D28-A8FF-8313-ADCB-2B72C390FACF}"/>
                </a:ext>
              </a:extLst>
            </p:cNvPr>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13" name="Picture 12" descr="Icon&#10;&#10;Description automatically generated with medium confidence">
              <a:extLst>
                <a:ext uri="{FF2B5EF4-FFF2-40B4-BE49-F238E27FC236}">
                  <a16:creationId xmlns:a16="http://schemas.microsoft.com/office/drawing/2014/main" id="{1E73120D-A83C-0746-0C19-5132936E2480}"/>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315084" y="84406"/>
              <a:ext cx="871486" cy="863458"/>
            </a:xfrm>
            <a:prstGeom prst="rect">
              <a:avLst/>
            </a:prstGeom>
          </p:spPr>
        </p:pic>
        <p:pic>
          <p:nvPicPr>
            <p:cNvPr id="14" name="Picture 13" descr="A picture containing clipart, vector graphics&#10;&#10;Description automatically generated">
              <a:extLst>
                <a:ext uri="{FF2B5EF4-FFF2-40B4-BE49-F238E27FC236}">
                  <a16:creationId xmlns:a16="http://schemas.microsoft.com/office/drawing/2014/main" id="{FF279D30-BA02-4EF4-72A0-69A0DFA1F187}"/>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5005430" y="111027"/>
              <a:ext cx="979518" cy="810216"/>
            </a:xfrm>
            <a:prstGeom prst="rect">
              <a:avLst/>
            </a:prstGeom>
          </p:spPr>
        </p:pic>
      </p:grpSp>
      <p:grpSp>
        <p:nvGrpSpPr>
          <p:cNvPr id="19" name="Group 18">
            <a:extLst>
              <a:ext uri="{FF2B5EF4-FFF2-40B4-BE49-F238E27FC236}">
                <a16:creationId xmlns:a16="http://schemas.microsoft.com/office/drawing/2014/main" id="{215A5037-1013-FEAC-916D-D7685B8E78E3}"/>
              </a:ext>
            </a:extLst>
          </p:cNvPr>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20" name="Oval 19">
              <a:extLst>
                <a:ext uri="{FF2B5EF4-FFF2-40B4-BE49-F238E27FC236}">
                  <a16:creationId xmlns:a16="http://schemas.microsoft.com/office/drawing/2014/main" id="{96836040-223F-32E9-6652-247D1B1776AC}"/>
                </a:ext>
              </a:extLst>
            </p:cNvPr>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1" name="Oval 20">
              <a:extLst>
                <a:ext uri="{FF2B5EF4-FFF2-40B4-BE49-F238E27FC236}">
                  <a16:creationId xmlns:a16="http://schemas.microsoft.com/office/drawing/2014/main" id="{BC7C8B3B-CA71-8CB4-C831-5785E5171D6A}"/>
                </a:ext>
              </a:extLst>
            </p:cNvPr>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sp>
        <p:nvSpPr>
          <p:cNvPr id="6" name="Slide Number Placeholder 5"/>
          <p:cNvSpPr>
            <a:spLocks noGrp="1"/>
          </p:cNvSpPr>
          <p:nvPr userDrawn="1">
            <p:ph type="sldNum" sz="quarter" idx="12"/>
          </p:nvPr>
        </p:nvSpPr>
        <p:spPr>
          <a:xfrm>
            <a:off x="10422944" y="6356350"/>
            <a:ext cx="2743200" cy="365125"/>
          </a:xfrm>
        </p:spPr>
        <p:txBody>
          <a:bodyPr/>
          <a:lstStyle>
            <a:lvl1pPr algn="ctr">
              <a:defRPr>
                <a:solidFill>
                  <a:schemeClr val="bg1"/>
                </a:solidFill>
              </a:defRPr>
            </a:lvl1pPr>
          </a:lstStyle>
          <a:p>
            <a:fld id="{48F63A3B-78C7-47BE-AE5E-E10140E04643}" type="slidenum">
              <a:rPr lang="en-US" smtClean="0"/>
              <a:pPr/>
              <a:t>‹#›</a:t>
            </a:fld>
            <a:endParaRPr lang="en-US" dirty="0"/>
          </a:p>
        </p:txBody>
      </p:sp>
      <p:sp>
        <p:nvSpPr>
          <p:cNvPr id="24" name="Freeform 23">
            <a:extLst>
              <a:ext uri="{FF2B5EF4-FFF2-40B4-BE49-F238E27FC236}">
                <a16:creationId xmlns:a16="http://schemas.microsoft.com/office/drawing/2014/main" id="{DCEAF726-95E1-8A34-13F1-109FB98C6990}"/>
              </a:ext>
            </a:extLst>
          </p:cNvPr>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Tree>
    <p:extLst>
      <p:ext uri="{BB962C8B-B14F-4D97-AF65-F5344CB8AC3E}">
        <p14:creationId xmlns:p14="http://schemas.microsoft.com/office/powerpoint/2010/main" val="29428045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6000" y="1036767"/>
            <a:ext cx="10980000" cy="890663"/>
          </a:xfrm>
        </p:spPr>
        <p:txBody>
          <a:bodyPr/>
          <a:lstStyle>
            <a:lvl1pPr marL="0" indent="0">
              <a:buFont typeface="+mj-lt"/>
              <a:buNone/>
              <a:defRPr b="1">
                <a:gradFill flip="none" rotWithShape="1">
                  <a:gsLst>
                    <a:gs pos="0">
                      <a:schemeClr val="accent4">
                        <a:lumMod val="75000"/>
                      </a:schemeClr>
                    </a:gs>
                    <a:gs pos="100000">
                      <a:schemeClr val="accent3">
                        <a:lumMod val="75000"/>
                      </a:schemeClr>
                    </a:gs>
                  </a:gsLst>
                  <a:lin ang="16200000" scaled="1"/>
                  <a:tileRect/>
                </a:gradFill>
              </a:defRPr>
            </a:lvl1pPr>
          </a:lstStyle>
          <a:p>
            <a:r>
              <a:rPr lang="en-US" dirty="0"/>
              <a:t>Click to edit Master title style</a:t>
            </a:r>
          </a:p>
        </p:txBody>
      </p:sp>
      <p:sp>
        <p:nvSpPr>
          <p:cNvPr id="3" name="Content Placeholder 2"/>
          <p:cNvSpPr>
            <a:spLocks noGrp="1"/>
          </p:cNvSpPr>
          <p:nvPr>
            <p:ph idx="1"/>
          </p:nvPr>
        </p:nvSpPr>
        <p:spPr>
          <a:xfrm>
            <a:off x="606000" y="2020279"/>
            <a:ext cx="10980000" cy="4156684"/>
          </a:xfrm>
        </p:spPr>
        <p:txBody>
          <a:bodyPr/>
          <a:lstStyle>
            <a:lvl1pPr>
              <a:lnSpc>
                <a:spcPct val="130000"/>
              </a:lnSpc>
              <a:spcBef>
                <a:spcPts val="300"/>
              </a:spcBef>
              <a:spcAft>
                <a:spcPts val="300"/>
              </a:spcAft>
              <a:defRPr/>
            </a:lvl1pPr>
            <a:lvl2pPr>
              <a:lnSpc>
                <a:spcPct val="130000"/>
              </a:lnSpc>
              <a:spcBef>
                <a:spcPts val="300"/>
              </a:spcBef>
              <a:spcAft>
                <a:spcPts val="300"/>
              </a:spcAft>
              <a:defRPr/>
            </a:lvl2pPr>
            <a:lvl3pPr>
              <a:lnSpc>
                <a:spcPct val="130000"/>
              </a:lnSpc>
              <a:spcBef>
                <a:spcPts val="300"/>
              </a:spcBef>
              <a:spcAft>
                <a:spcPts val="300"/>
              </a:spcAft>
              <a:defRPr/>
            </a:lvl3pPr>
            <a:lvl4pPr>
              <a:lnSpc>
                <a:spcPct val="130000"/>
              </a:lnSpc>
              <a:spcBef>
                <a:spcPts val="300"/>
              </a:spcBef>
              <a:spcAft>
                <a:spcPts val="300"/>
              </a:spcAft>
              <a:defRPr/>
            </a:lvl4pPr>
            <a:lvl5pPr>
              <a:lnSpc>
                <a:spcPct val="130000"/>
              </a:lnSpc>
              <a:spcBef>
                <a:spcPts val="300"/>
              </a:spcBef>
              <a:spcAft>
                <a:spcPts val="300"/>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1033164" y="6356350"/>
            <a:ext cx="2743200" cy="365125"/>
          </a:xfrm>
        </p:spPr>
        <p:txBody>
          <a:bodyPr/>
          <a:lstStyle/>
          <a:p>
            <a:fld id="{A4B08D6D-E5AB-054C-8BBA-2EAE96362CB2}" type="datetime3">
              <a:rPr lang="en-US" smtClean="0"/>
              <a:t>7 July 2026</a:t>
            </a:fld>
            <a:endParaRPr lang="en-US" dirty="0"/>
          </a:p>
        </p:txBody>
      </p:sp>
      <p:sp>
        <p:nvSpPr>
          <p:cNvPr id="5" name="Footer Placeholder 4"/>
          <p:cNvSpPr>
            <a:spLocks noGrp="1"/>
          </p:cNvSpPr>
          <p:nvPr>
            <p:ph type="ftr" sz="quarter" idx="11"/>
          </p:nvPr>
        </p:nvSpPr>
        <p:spPr>
          <a:xfrm>
            <a:off x="4233564" y="6356350"/>
            <a:ext cx="4114800" cy="365125"/>
          </a:xfrm>
        </p:spPr>
        <p:txBody>
          <a:bodyPr/>
          <a:lstStyle/>
          <a:p>
            <a:r>
              <a:rPr lang="en-US"/>
              <a:t>Copyrights 2024 CE-UIT. All Rights Reserved.</a:t>
            </a:r>
            <a:endParaRPr lang="en-US" dirty="0"/>
          </a:p>
        </p:txBody>
      </p:sp>
      <p:sp>
        <p:nvSpPr>
          <p:cNvPr id="7" name="Rectangle 6">
            <a:extLst>
              <a:ext uri="{FF2B5EF4-FFF2-40B4-BE49-F238E27FC236}">
                <a16:creationId xmlns:a16="http://schemas.microsoft.com/office/drawing/2014/main" id="{107F0F65-AD9D-F4EF-651A-F8557E5CEDEF}"/>
              </a:ext>
            </a:extLst>
          </p:cNvPr>
          <p:cNvSpPr/>
          <p:nvPr userDrawn="1"/>
        </p:nvSpPr>
        <p:spPr>
          <a:xfrm rot="5400000">
            <a:off x="5778985" y="-5780045"/>
            <a:ext cx="631552" cy="12194479"/>
          </a:xfrm>
          <a:prstGeom prst="rect">
            <a:avLst/>
          </a:prstGeom>
          <a:gradFill>
            <a:gsLst>
              <a:gs pos="0">
                <a:schemeClr val="accent3">
                  <a:lumMod val="75000"/>
                </a:schemeClr>
              </a:gs>
              <a:gs pos="100000">
                <a:schemeClr val="accent4">
                  <a:lumMod val="75000"/>
                </a:schemeClr>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Rectangle 7">
            <a:extLst>
              <a:ext uri="{FF2B5EF4-FFF2-40B4-BE49-F238E27FC236}">
                <a16:creationId xmlns:a16="http://schemas.microsoft.com/office/drawing/2014/main" id="{D6792619-8016-D1B1-D5B6-0463FC873115}"/>
              </a:ext>
            </a:extLst>
          </p:cNvPr>
          <p:cNvSpPr/>
          <p:nvPr userDrawn="1"/>
        </p:nvSpPr>
        <p:spPr>
          <a:xfrm rot="5400000" flipV="1">
            <a:off x="5780224" y="-5781463"/>
            <a:ext cx="631552" cy="12194479"/>
          </a:xfrm>
          <a:prstGeom prst="rect">
            <a:avLst/>
          </a:prstGeom>
          <a:blipFill>
            <a:blip r:embed="rId2" cstate="print">
              <a:extLst>
                <a:ext uri="{28A0092B-C50C-407E-A947-70E740481C1C}">
                  <a14:useLocalDpi xmlns:a14="http://schemas.microsoft.com/office/drawing/2010/main"/>
                </a:ext>
              </a:extLst>
            </a:blip>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TextBox 8">
            <a:extLst>
              <a:ext uri="{FF2B5EF4-FFF2-40B4-BE49-F238E27FC236}">
                <a16:creationId xmlns:a16="http://schemas.microsoft.com/office/drawing/2014/main" id="{E634CFDC-8819-F613-CB53-B010209F03B3}"/>
              </a:ext>
            </a:extLst>
          </p:cNvPr>
          <p:cNvSpPr txBox="1"/>
          <p:nvPr userDrawn="1"/>
        </p:nvSpPr>
        <p:spPr>
          <a:xfrm>
            <a:off x="240281" y="141423"/>
            <a:ext cx="7420291" cy="337383"/>
          </a:xfrm>
          <a:prstGeom prst="rect">
            <a:avLst/>
          </a:prstGeom>
          <a:noFill/>
        </p:spPr>
        <p:txBody>
          <a:bodyPr wrap="none" rtlCol="0">
            <a:spAutoFit/>
          </a:bodyPr>
          <a:lstStyle/>
          <a:p>
            <a:r>
              <a:rPr lang="en-VN" sz="1600" b="1" dirty="0">
                <a:solidFill>
                  <a:schemeClr val="bg1"/>
                </a:solidFill>
              </a:rPr>
              <a:t>FACULTY OF COMPUTER ENGINEERING</a:t>
            </a:r>
          </a:p>
        </p:txBody>
      </p:sp>
      <p:grpSp>
        <p:nvGrpSpPr>
          <p:cNvPr id="10" name="Group 9">
            <a:extLst>
              <a:ext uri="{FF2B5EF4-FFF2-40B4-BE49-F238E27FC236}">
                <a16:creationId xmlns:a16="http://schemas.microsoft.com/office/drawing/2014/main" id="{A847D5C7-4917-CA09-77DC-A3EC771CB75C}"/>
              </a:ext>
            </a:extLst>
          </p:cNvPr>
          <p:cNvGrpSpPr/>
          <p:nvPr userDrawn="1"/>
        </p:nvGrpSpPr>
        <p:grpSpPr>
          <a:xfrm>
            <a:off x="4479985" y="241694"/>
            <a:ext cx="3232030" cy="768394"/>
            <a:chOff x="4280055" y="84406"/>
            <a:chExt cx="3631889" cy="863458"/>
          </a:xfrm>
        </p:grpSpPr>
        <p:sp>
          <p:nvSpPr>
            <p:cNvPr id="11" name="Rounded Rectangle 10">
              <a:extLst>
                <a:ext uri="{FF2B5EF4-FFF2-40B4-BE49-F238E27FC236}">
                  <a16:creationId xmlns:a16="http://schemas.microsoft.com/office/drawing/2014/main" id="{48D4D6A6-CC45-52A4-171D-81125CDEE0BB}"/>
                </a:ext>
              </a:extLst>
            </p:cNvPr>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2" name="Rounded Rectangle 11">
              <a:extLst>
                <a:ext uri="{FF2B5EF4-FFF2-40B4-BE49-F238E27FC236}">
                  <a16:creationId xmlns:a16="http://schemas.microsoft.com/office/drawing/2014/main" id="{E10A2D28-A8FF-8313-ADCB-2B72C390FACF}"/>
                </a:ext>
              </a:extLst>
            </p:cNvPr>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13" name="Picture 12" descr="Icon&#10;&#10;Description automatically generated with medium confidence">
              <a:extLst>
                <a:ext uri="{FF2B5EF4-FFF2-40B4-BE49-F238E27FC236}">
                  <a16:creationId xmlns:a16="http://schemas.microsoft.com/office/drawing/2014/main" id="{1E73120D-A83C-0746-0C19-5132936E2480}"/>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315084" y="84406"/>
              <a:ext cx="871486" cy="863458"/>
            </a:xfrm>
            <a:prstGeom prst="rect">
              <a:avLst/>
            </a:prstGeom>
          </p:spPr>
        </p:pic>
        <p:pic>
          <p:nvPicPr>
            <p:cNvPr id="14" name="Picture 13" descr="A picture containing clipart, vector graphics&#10;&#10;Description automatically generated">
              <a:extLst>
                <a:ext uri="{FF2B5EF4-FFF2-40B4-BE49-F238E27FC236}">
                  <a16:creationId xmlns:a16="http://schemas.microsoft.com/office/drawing/2014/main" id="{FF279D30-BA02-4EF4-72A0-69A0DFA1F187}"/>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5005430" y="111027"/>
              <a:ext cx="979518" cy="810216"/>
            </a:xfrm>
            <a:prstGeom prst="rect">
              <a:avLst/>
            </a:prstGeom>
          </p:spPr>
        </p:pic>
      </p:grpSp>
      <p:grpSp>
        <p:nvGrpSpPr>
          <p:cNvPr id="19" name="Group 18">
            <a:extLst>
              <a:ext uri="{FF2B5EF4-FFF2-40B4-BE49-F238E27FC236}">
                <a16:creationId xmlns:a16="http://schemas.microsoft.com/office/drawing/2014/main" id="{215A5037-1013-FEAC-916D-D7685B8E78E3}"/>
              </a:ext>
            </a:extLst>
          </p:cNvPr>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20" name="Oval 19">
              <a:extLst>
                <a:ext uri="{FF2B5EF4-FFF2-40B4-BE49-F238E27FC236}">
                  <a16:creationId xmlns:a16="http://schemas.microsoft.com/office/drawing/2014/main" id="{96836040-223F-32E9-6652-247D1B1776AC}"/>
                </a:ext>
              </a:extLst>
            </p:cNvPr>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1" name="Oval 20">
              <a:extLst>
                <a:ext uri="{FF2B5EF4-FFF2-40B4-BE49-F238E27FC236}">
                  <a16:creationId xmlns:a16="http://schemas.microsoft.com/office/drawing/2014/main" id="{BC7C8B3B-CA71-8CB4-C831-5785E5171D6A}"/>
                </a:ext>
              </a:extLst>
            </p:cNvPr>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sp>
        <p:nvSpPr>
          <p:cNvPr id="6" name="Slide Number Placeholder 5"/>
          <p:cNvSpPr>
            <a:spLocks noGrp="1"/>
          </p:cNvSpPr>
          <p:nvPr userDrawn="1">
            <p:ph type="sldNum" sz="quarter" idx="12"/>
          </p:nvPr>
        </p:nvSpPr>
        <p:spPr>
          <a:xfrm>
            <a:off x="10422944" y="6356350"/>
            <a:ext cx="2743200" cy="365125"/>
          </a:xfrm>
        </p:spPr>
        <p:txBody>
          <a:bodyPr/>
          <a:lstStyle>
            <a:lvl1pPr algn="ctr">
              <a:defRPr>
                <a:solidFill>
                  <a:schemeClr val="bg1"/>
                </a:solidFill>
              </a:defRPr>
            </a:lvl1pPr>
          </a:lstStyle>
          <a:p>
            <a:fld id="{48F63A3B-78C7-47BE-AE5E-E10140E04643}" type="slidenum">
              <a:rPr lang="en-US" smtClean="0"/>
              <a:pPr/>
              <a:t>‹#›</a:t>
            </a:fld>
            <a:endParaRPr lang="en-US" dirty="0"/>
          </a:p>
        </p:txBody>
      </p:sp>
      <p:sp>
        <p:nvSpPr>
          <p:cNvPr id="24" name="Freeform 23">
            <a:extLst>
              <a:ext uri="{FF2B5EF4-FFF2-40B4-BE49-F238E27FC236}">
                <a16:creationId xmlns:a16="http://schemas.microsoft.com/office/drawing/2014/main" id="{DCEAF726-95E1-8A34-13F1-109FB98C6990}"/>
              </a:ext>
            </a:extLst>
          </p:cNvPr>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Tree>
    <p:extLst>
      <p:ext uri="{BB962C8B-B14F-4D97-AF65-F5344CB8AC3E}">
        <p14:creationId xmlns:p14="http://schemas.microsoft.com/office/powerpoint/2010/main" val="3144348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6000" y="1036767"/>
            <a:ext cx="10980000" cy="890663"/>
          </a:xfrm>
        </p:spPr>
        <p:txBody>
          <a:bodyPr/>
          <a:lstStyle>
            <a:lvl1pPr marL="0" indent="0">
              <a:buFont typeface="+mj-lt"/>
              <a:buNone/>
              <a:defRPr b="1">
                <a:gradFill flip="none" rotWithShape="1">
                  <a:gsLst>
                    <a:gs pos="0">
                      <a:schemeClr val="accent4">
                        <a:lumMod val="75000"/>
                      </a:schemeClr>
                    </a:gs>
                    <a:gs pos="100000">
                      <a:schemeClr val="accent3">
                        <a:lumMod val="75000"/>
                      </a:schemeClr>
                    </a:gs>
                  </a:gsLst>
                  <a:lin ang="16200000" scaled="1"/>
                  <a:tileRect/>
                </a:gradFill>
              </a:defRPr>
            </a:lvl1pPr>
          </a:lstStyle>
          <a:p>
            <a:r>
              <a:rPr lang="en-US" dirty="0"/>
              <a:t>Click to edit Master title style</a:t>
            </a:r>
          </a:p>
        </p:txBody>
      </p:sp>
      <p:sp>
        <p:nvSpPr>
          <p:cNvPr id="3" name="Content Placeholder 2"/>
          <p:cNvSpPr>
            <a:spLocks noGrp="1"/>
          </p:cNvSpPr>
          <p:nvPr>
            <p:ph idx="1"/>
          </p:nvPr>
        </p:nvSpPr>
        <p:spPr>
          <a:xfrm>
            <a:off x="606000" y="2020279"/>
            <a:ext cx="10980000" cy="4156684"/>
          </a:xfrm>
        </p:spPr>
        <p:txBody>
          <a:bodyPr/>
          <a:lstStyle>
            <a:lvl1pPr>
              <a:lnSpc>
                <a:spcPct val="130000"/>
              </a:lnSpc>
              <a:spcBef>
                <a:spcPts val="300"/>
              </a:spcBef>
              <a:spcAft>
                <a:spcPts val="300"/>
              </a:spcAft>
              <a:defRPr/>
            </a:lvl1pPr>
            <a:lvl2pPr>
              <a:lnSpc>
                <a:spcPct val="130000"/>
              </a:lnSpc>
              <a:spcBef>
                <a:spcPts val="300"/>
              </a:spcBef>
              <a:spcAft>
                <a:spcPts val="300"/>
              </a:spcAft>
              <a:defRPr/>
            </a:lvl2pPr>
            <a:lvl3pPr>
              <a:lnSpc>
                <a:spcPct val="130000"/>
              </a:lnSpc>
              <a:spcBef>
                <a:spcPts val="300"/>
              </a:spcBef>
              <a:spcAft>
                <a:spcPts val="300"/>
              </a:spcAft>
              <a:defRPr/>
            </a:lvl3pPr>
            <a:lvl4pPr>
              <a:lnSpc>
                <a:spcPct val="130000"/>
              </a:lnSpc>
              <a:spcBef>
                <a:spcPts val="300"/>
              </a:spcBef>
              <a:spcAft>
                <a:spcPts val="300"/>
              </a:spcAft>
              <a:defRPr/>
            </a:lvl4pPr>
            <a:lvl5pPr>
              <a:lnSpc>
                <a:spcPct val="130000"/>
              </a:lnSpc>
              <a:spcBef>
                <a:spcPts val="300"/>
              </a:spcBef>
              <a:spcAft>
                <a:spcPts val="300"/>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1033164" y="6356350"/>
            <a:ext cx="2743200" cy="365125"/>
          </a:xfrm>
        </p:spPr>
        <p:txBody>
          <a:bodyPr/>
          <a:lstStyle/>
          <a:p>
            <a:fld id="{A4B08D6D-E5AB-054C-8BBA-2EAE96362CB2}" type="datetime3">
              <a:rPr lang="en-US" smtClean="0"/>
              <a:t>7 July 2026</a:t>
            </a:fld>
            <a:endParaRPr lang="en-US" dirty="0"/>
          </a:p>
        </p:txBody>
      </p:sp>
      <p:sp>
        <p:nvSpPr>
          <p:cNvPr id="5" name="Footer Placeholder 4"/>
          <p:cNvSpPr>
            <a:spLocks noGrp="1"/>
          </p:cNvSpPr>
          <p:nvPr>
            <p:ph type="ftr" sz="quarter" idx="11"/>
          </p:nvPr>
        </p:nvSpPr>
        <p:spPr>
          <a:xfrm>
            <a:off x="4233564" y="6356350"/>
            <a:ext cx="4114800" cy="365125"/>
          </a:xfrm>
        </p:spPr>
        <p:txBody>
          <a:bodyPr/>
          <a:lstStyle/>
          <a:p>
            <a:r>
              <a:rPr lang="en-US"/>
              <a:t>Copyrights 2024 CE-UIT. All Rights Reserved.</a:t>
            </a:r>
            <a:endParaRPr lang="en-US" dirty="0"/>
          </a:p>
        </p:txBody>
      </p:sp>
      <p:sp>
        <p:nvSpPr>
          <p:cNvPr id="7" name="Rectangle 6">
            <a:extLst>
              <a:ext uri="{FF2B5EF4-FFF2-40B4-BE49-F238E27FC236}">
                <a16:creationId xmlns:a16="http://schemas.microsoft.com/office/drawing/2014/main" id="{107F0F65-AD9D-F4EF-651A-F8557E5CEDEF}"/>
              </a:ext>
            </a:extLst>
          </p:cNvPr>
          <p:cNvSpPr/>
          <p:nvPr userDrawn="1"/>
        </p:nvSpPr>
        <p:spPr>
          <a:xfrm rot="5400000">
            <a:off x="5778985" y="-5780045"/>
            <a:ext cx="631552" cy="12194479"/>
          </a:xfrm>
          <a:prstGeom prst="rect">
            <a:avLst/>
          </a:prstGeom>
          <a:gradFill>
            <a:gsLst>
              <a:gs pos="0">
                <a:schemeClr val="accent3">
                  <a:lumMod val="75000"/>
                </a:schemeClr>
              </a:gs>
              <a:gs pos="100000">
                <a:schemeClr val="accent4">
                  <a:lumMod val="75000"/>
                </a:schemeClr>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Rectangle 7">
            <a:extLst>
              <a:ext uri="{FF2B5EF4-FFF2-40B4-BE49-F238E27FC236}">
                <a16:creationId xmlns:a16="http://schemas.microsoft.com/office/drawing/2014/main" id="{D6792619-8016-D1B1-D5B6-0463FC873115}"/>
              </a:ext>
            </a:extLst>
          </p:cNvPr>
          <p:cNvSpPr/>
          <p:nvPr userDrawn="1"/>
        </p:nvSpPr>
        <p:spPr>
          <a:xfrm rot="5400000" flipV="1">
            <a:off x="5780224" y="-5781463"/>
            <a:ext cx="631552" cy="12194479"/>
          </a:xfrm>
          <a:prstGeom prst="rect">
            <a:avLst/>
          </a:prstGeom>
          <a:blipFill>
            <a:blip r:embed="rId2" cstate="print">
              <a:extLst>
                <a:ext uri="{28A0092B-C50C-407E-A947-70E740481C1C}">
                  <a14:useLocalDpi xmlns:a14="http://schemas.microsoft.com/office/drawing/2010/main"/>
                </a:ext>
              </a:extLst>
            </a:blip>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TextBox 8">
            <a:extLst>
              <a:ext uri="{FF2B5EF4-FFF2-40B4-BE49-F238E27FC236}">
                <a16:creationId xmlns:a16="http://schemas.microsoft.com/office/drawing/2014/main" id="{E634CFDC-8819-F613-CB53-B010209F03B3}"/>
              </a:ext>
            </a:extLst>
          </p:cNvPr>
          <p:cNvSpPr txBox="1"/>
          <p:nvPr userDrawn="1"/>
        </p:nvSpPr>
        <p:spPr>
          <a:xfrm>
            <a:off x="240281" y="141423"/>
            <a:ext cx="7420291" cy="337383"/>
          </a:xfrm>
          <a:prstGeom prst="rect">
            <a:avLst/>
          </a:prstGeom>
          <a:noFill/>
        </p:spPr>
        <p:txBody>
          <a:bodyPr wrap="none" rtlCol="0">
            <a:spAutoFit/>
          </a:bodyPr>
          <a:lstStyle/>
          <a:p>
            <a:r>
              <a:rPr lang="en-VN" sz="1600" b="1" dirty="0">
                <a:solidFill>
                  <a:schemeClr val="bg1"/>
                </a:solidFill>
              </a:rPr>
              <a:t>FACULTY OF COMPUTER ENGINEERING</a:t>
            </a:r>
          </a:p>
        </p:txBody>
      </p:sp>
      <p:grpSp>
        <p:nvGrpSpPr>
          <p:cNvPr id="10" name="Group 9">
            <a:extLst>
              <a:ext uri="{FF2B5EF4-FFF2-40B4-BE49-F238E27FC236}">
                <a16:creationId xmlns:a16="http://schemas.microsoft.com/office/drawing/2014/main" id="{A847D5C7-4917-CA09-77DC-A3EC771CB75C}"/>
              </a:ext>
            </a:extLst>
          </p:cNvPr>
          <p:cNvGrpSpPr/>
          <p:nvPr userDrawn="1"/>
        </p:nvGrpSpPr>
        <p:grpSpPr>
          <a:xfrm>
            <a:off x="4479985" y="241694"/>
            <a:ext cx="3232030" cy="768394"/>
            <a:chOff x="4280055" y="84406"/>
            <a:chExt cx="3631889" cy="863458"/>
          </a:xfrm>
        </p:grpSpPr>
        <p:sp>
          <p:nvSpPr>
            <p:cNvPr id="11" name="Rounded Rectangle 10">
              <a:extLst>
                <a:ext uri="{FF2B5EF4-FFF2-40B4-BE49-F238E27FC236}">
                  <a16:creationId xmlns:a16="http://schemas.microsoft.com/office/drawing/2014/main" id="{48D4D6A6-CC45-52A4-171D-81125CDEE0BB}"/>
                </a:ext>
              </a:extLst>
            </p:cNvPr>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2" name="Rounded Rectangle 11">
              <a:extLst>
                <a:ext uri="{FF2B5EF4-FFF2-40B4-BE49-F238E27FC236}">
                  <a16:creationId xmlns:a16="http://schemas.microsoft.com/office/drawing/2014/main" id="{E10A2D28-A8FF-8313-ADCB-2B72C390FACF}"/>
                </a:ext>
              </a:extLst>
            </p:cNvPr>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13" name="Picture 12" descr="Icon&#10;&#10;Description automatically generated with medium confidence">
              <a:extLst>
                <a:ext uri="{FF2B5EF4-FFF2-40B4-BE49-F238E27FC236}">
                  <a16:creationId xmlns:a16="http://schemas.microsoft.com/office/drawing/2014/main" id="{1E73120D-A83C-0746-0C19-5132936E2480}"/>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315084" y="84406"/>
              <a:ext cx="871486" cy="863458"/>
            </a:xfrm>
            <a:prstGeom prst="rect">
              <a:avLst/>
            </a:prstGeom>
          </p:spPr>
        </p:pic>
        <p:pic>
          <p:nvPicPr>
            <p:cNvPr id="14" name="Picture 13" descr="A picture containing clipart, vector graphics&#10;&#10;Description automatically generated">
              <a:extLst>
                <a:ext uri="{FF2B5EF4-FFF2-40B4-BE49-F238E27FC236}">
                  <a16:creationId xmlns:a16="http://schemas.microsoft.com/office/drawing/2014/main" id="{FF279D30-BA02-4EF4-72A0-69A0DFA1F187}"/>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5005430" y="111027"/>
              <a:ext cx="979518" cy="810216"/>
            </a:xfrm>
            <a:prstGeom prst="rect">
              <a:avLst/>
            </a:prstGeom>
          </p:spPr>
        </p:pic>
      </p:grpSp>
      <p:grpSp>
        <p:nvGrpSpPr>
          <p:cNvPr id="19" name="Group 18">
            <a:extLst>
              <a:ext uri="{FF2B5EF4-FFF2-40B4-BE49-F238E27FC236}">
                <a16:creationId xmlns:a16="http://schemas.microsoft.com/office/drawing/2014/main" id="{215A5037-1013-FEAC-916D-D7685B8E78E3}"/>
              </a:ext>
            </a:extLst>
          </p:cNvPr>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20" name="Oval 19">
              <a:extLst>
                <a:ext uri="{FF2B5EF4-FFF2-40B4-BE49-F238E27FC236}">
                  <a16:creationId xmlns:a16="http://schemas.microsoft.com/office/drawing/2014/main" id="{96836040-223F-32E9-6652-247D1B1776AC}"/>
                </a:ext>
              </a:extLst>
            </p:cNvPr>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1" name="Oval 20">
              <a:extLst>
                <a:ext uri="{FF2B5EF4-FFF2-40B4-BE49-F238E27FC236}">
                  <a16:creationId xmlns:a16="http://schemas.microsoft.com/office/drawing/2014/main" id="{BC7C8B3B-CA71-8CB4-C831-5785E5171D6A}"/>
                </a:ext>
              </a:extLst>
            </p:cNvPr>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sp>
        <p:nvSpPr>
          <p:cNvPr id="6" name="Slide Number Placeholder 5"/>
          <p:cNvSpPr>
            <a:spLocks noGrp="1"/>
          </p:cNvSpPr>
          <p:nvPr userDrawn="1">
            <p:ph type="sldNum" sz="quarter" idx="12"/>
          </p:nvPr>
        </p:nvSpPr>
        <p:spPr>
          <a:xfrm>
            <a:off x="10422944" y="6356350"/>
            <a:ext cx="2743200" cy="365125"/>
          </a:xfrm>
        </p:spPr>
        <p:txBody>
          <a:bodyPr/>
          <a:lstStyle>
            <a:lvl1pPr algn="ctr">
              <a:defRPr>
                <a:solidFill>
                  <a:schemeClr val="bg1"/>
                </a:solidFill>
              </a:defRPr>
            </a:lvl1pPr>
          </a:lstStyle>
          <a:p>
            <a:fld id="{48F63A3B-78C7-47BE-AE5E-E10140E04643}" type="slidenum">
              <a:rPr lang="en-US" smtClean="0"/>
              <a:pPr/>
              <a:t>‹#›</a:t>
            </a:fld>
            <a:endParaRPr lang="en-US" dirty="0"/>
          </a:p>
        </p:txBody>
      </p:sp>
      <p:sp>
        <p:nvSpPr>
          <p:cNvPr id="24" name="Freeform 23">
            <a:extLst>
              <a:ext uri="{FF2B5EF4-FFF2-40B4-BE49-F238E27FC236}">
                <a16:creationId xmlns:a16="http://schemas.microsoft.com/office/drawing/2014/main" id="{DCEAF726-95E1-8A34-13F1-109FB98C6990}"/>
              </a:ext>
            </a:extLst>
          </p:cNvPr>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Tree>
    <p:extLst>
      <p:ext uri="{BB962C8B-B14F-4D97-AF65-F5344CB8AC3E}">
        <p14:creationId xmlns:p14="http://schemas.microsoft.com/office/powerpoint/2010/main" val="41103707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6000" y="1036767"/>
            <a:ext cx="10980000" cy="890663"/>
          </a:xfrm>
        </p:spPr>
        <p:txBody>
          <a:bodyPr/>
          <a:lstStyle>
            <a:lvl1pPr marL="0" indent="0">
              <a:buFont typeface="+mj-lt"/>
              <a:buNone/>
              <a:defRPr b="1">
                <a:gradFill flip="none" rotWithShape="1">
                  <a:gsLst>
                    <a:gs pos="0">
                      <a:schemeClr val="accent4">
                        <a:lumMod val="75000"/>
                      </a:schemeClr>
                    </a:gs>
                    <a:gs pos="100000">
                      <a:schemeClr val="accent3">
                        <a:lumMod val="75000"/>
                      </a:schemeClr>
                    </a:gs>
                  </a:gsLst>
                  <a:lin ang="16200000" scaled="1"/>
                  <a:tileRect/>
                </a:gradFill>
              </a:defRPr>
            </a:lvl1pPr>
          </a:lstStyle>
          <a:p>
            <a:r>
              <a:rPr lang="en-US" dirty="0"/>
              <a:t>Click to edit Master title style</a:t>
            </a:r>
          </a:p>
        </p:txBody>
      </p:sp>
      <p:sp>
        <p:nvSpPr>
          <p:cNvPr id="3" name="Content Placeholder 2"/>
          <p:cNvSpPr>
            <a:spLocks noGrp="1"/>
          </p:cNvSpPr>
          <p:nvPr>
            <p:ph idx="1"/>
          </p:nvPr>
        </p:nvSpPr>
        <p:spPr>
          <a:xfrm>
            <a:off x="606000" y="2020279"/>
            <a:ext cx="10980000" cy="4156684"/>
          </a:xfrm>
        </p:spPr>
        <p:txBody>
          <a:bodyPr/>
          <a:lstStyle>
            <a:lvl1pPr>
              <a:lnSpc>
                <a:spcPct val="130000"/>
              </a:lnSpc>
              <a:spcBef>
                <a:spcPts val="300"/>
              </a:spcBef>
              <a:spcAft>
                <a:spcPts val="300"/>
              </a:spcAft>
              <a:defRPr/>
            </a:lvl1pPr>
            <a:lvl2pPr>
              <a:lnSpc>
                <a:spcPct val="130000"/>
              </a:lnSpc>
              <a:spcBef>
                <a:spcPts val="300"/>
              </a:spcBef>
              <a:spcAft>
                <a:spcPts val="300"/>
              </a:spcAft>
              <a:defRPr/>
            </a:lvl2pPr>
            <a:lvl3pPr>
              <a:lnSpc>
                <a:spcPct val="130000"/>
              </a:lnSpc>
              <a:spcBef>
                <a:spcPts val="300"/>
              </a:spcBef>
              <a:spcAft>
                <a:spcPts val="300"/>
              </a:spcAft>
              <a:defRPr/>
            </a:lvl3pPr>
            <a:lvl4pPr>
              <a:lnSpc>
                <a:spcPct val="130000"/>
              </a:lnSpc>
              <a:spcBef>
                <a:spcPts val="300"/>
              </a:spcBef>
              <a:spcAft>
                <a:spcPts val="300"/>
              </a:spcAft>
              <a:defRPr/>
            </a:lvl4pPr>
            <a:lvl5pPr>
              <a:lnSpc>
                <a:spcPct val="130000"/>
              </a:lnSpc>
              <a:spcBef>
                <a:spcPts val="300"/>
              </a:spcBef>
              <a:spcAft>
                <a:spcPts val="300"/>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1033164" y="6356350"/>
            <a:ext cx="2743200" cy="365125"/>
          </a:xfrm>
        </p:spPr>
        <p:txBody>
          <a:bodyPr/>
          <a:lstStyle/>
          <a:p>
            <a:fld id="{A4B08D6D-E5AB-054C-8BBA-2EAE96362CB2}" type="datetime3">
              <a:rPr lang="en-US" smtClean="0"/>
              <a:t>7 July 2026</a:t>
            </a:fld>
            <a:endParaRPr lang="en-US" dirty="0"/>
          </a:p>
        </p:txBody>
      </p:sp>
      <p:sp>
        <p:nvSpPr>
          <p:cNvPr id="5" name="Footer Placeholder 4"/>
          <p:cNvSpPr>
            <a:spLocks noGrp="1"/>
          </p:cNvSpPr>
          <p:nvPr>
            <p:ph type="ftr" sz="quarter" idx="11"/>
          </p:nvPr>
        </p:nvSpPr>
        <p:spPr>
          <a:xfrm>
            <a:off x="4233564" y="6356350"/>
            <a:ext cx="4114800" cy="365125"/>
          </a:xfrm>
        </p:spPr>
        <p:txBody>
          <a:bodyPr/>
          <a:lstStyle/>
          <a:p>
            <a:r>
              <a:rPr lang="en-US"/>
              <a:t>Copyrights 2024 CE-UIT. All Rights Reserved.</a:t>
            </a:r>
            <a:endParaRPr lang="en-US" dirty="0"/>
          </a:p>
        </p:txBody>
      </p:sp>
      <p:sp>
        <p:nvSpPr>
          <p:cNvPr id="7" name="Rectangle 6">
            <a:extLst>
              <a:ext uri="{FF2B5EF4-FFF2-40B4-BE49-F238E27FC236}">
                <a16:creationId xmlns:a16="http://schemas.microsoft.com/office/drawing/2014/main" id="{107F0F65-AD9D-F4EF-651A-F8557E5CEDEF}"/>
              </a:ext>
            </a:extLst>
          </p:cNvPr>
          <p:cNvSpPr/>
          <p:nvPr userDrawn="1"/>
        </p:nvSpPr>
        <p:spPr>
          <a:xfrm rot="5400000">
            <a:off x="5778985" y="-5780045"/>
            <a:ext cx="631552" cy="12194479"/>
          </a:xfrm>
          <a:prstGeom prst="rect">
            <a:avLst/>
          </a:prstGeom>
          <a:gradFill>
            <a:gsLst>
              <a:gs pos="0">
                <a:schemeClr val="accent3">
                  <a:lumMod val="75000"/>
                </a:schemeClr>
              </a:gs>
              <a:gs pos="100000">
                <a:schemeClr val="accent4">
                  <a:lumMod val="75000"/>
                </a:schemeClr>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Rectangle 7">
            <a:extLst>
              <a:ext uri="{FF2B5EF4-FFF2-40B4-BE49-F238E27FC236}">
                <a16:creationId xmlns:a16="http://schemas.microsoft.com/office/drawing/2014/main" id="{D6792619-8016-D1B1-D5B6-0463FC873115}"/>
              </a:ext>
            </a:extLst>
          </p:cNvPr>
          <p:cNvSpPr/>
          <p:nvPr userDrawn="1"/>
        </p:nvSpPr>
        <p:spPr>
          <a:xfrm rot="5400000" flipV="1">
            <a:off x="5780224" y="-5781463"/>
            <a:ext cx="631552" cy="12194479"/>
          </a:xfrm>
          <a:prstGeom prst="rect">
            <a:avLst/>
          </a:prstGeom>
          <a:blipFill>
            <a:blip r:embed="rId2" cstate="print">
              <a:extLst>
                <a:ext uri="{28A0092B-C50C-407E-A947-70E740481C1C}">
                  <a14:useLocalDpi xmlns:a14="http://schemas.microsoft.com/office/drawing/2010/main"/>
                </a:ext>
              </a:extLst>
            </a:blip>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TextBox 8">
            <a:extLst>
              <a:ext uri="{FF2B5EF4-FFF2-40B4-BE49-F238E27FC236}">
                <a16:creationId xmlns:a16="http://schemas.microsoft.com/office/drawing/2014/main" id="{E634CFDC-8819-F613-CB53-B010209F03B3}"/>
              </a:ext>
            </a:extLst>
          </p:cNvPr>
          <p:cNvSpPr txBox="1"/>
          <p:nvPr userDrawn="1"/>
        </p:nvSpPr>
        <p:spPr>
          <a:xfrm>
            <a:off x="240281" y="141423"/>
            <a:ext cx="7420291" cy="337383"/>
          </a:xfrm>
          <a:prstGeom prst="rect">
            <a:avLst/>
          </a:prstGeom>
          <a:noFill/>
        </p:spPr>
        <p:txBody>
          <a:bodyPr wrap="none" rtlCol="0">
            <a:spAutoFit/>
          </a:bodyPr>
          <a:lstStyle/>
          <a:p>
            <a:r>
              <a:rPr lang="en-VN" sz="1600" b="1" dirty="0">
                <a:solidFill>
                  <a:schemeClr val="bg1"/>
                </a:solidFill>
              </a:rPr>
              <a:t>FACULTY OF COMPUTER ENGINEERING</a:t>
            </a:r>
          </a:p>
        </p:txBody>
      </p:sp>
      <p:grpSp>
        <p:nvGrpSpPr>
          <p:cNvPr id="10" name="Group 9">
            <a:extLst>
              <a:ext uri="{FF2B5EF4-FFF2-40B4-BE49-F238E27FC236}">
                <a16:creationId xmlns:a16="http://schemas.microsoft.com/office/drawing/2014/main" id="{A847D5C7-4917-CA09-77DC-A3EC771CB75C}"/>
              </a:ext>
            </a:extLst>
          </p:cNvPr>
          <p:cNvGrpSpPr/>
          <p:nvPr userDrawn="1"/>
        </p:nvGrpSpPr>
        <p:grpSpPr>
          <a:xfrm>
            <a:off x="4479985" y="241694"/>
            <a:ext cx="3232030" cy="768394"/>
            <a:chOff x="4280055" y="84406"/>
            <a:chExt cx="3631889" cy="863458"/>
          </a:xfrm>
        </p:grpSpPr>
        <p:sp>
          <p:nvSpPr>
            <p:cNvPr id="11" name="Rounded Rectangle 10">
              <a:extLst>
                <a:ext uri="{FF2B5EF4-FFF2-40B4-BE49-F238E27FC236}">
                  <a16:creationId xmlns:a16="http://schemas.microsoft.com/office/drawing/2014/main" id="{48D4D6A6-CC45-52A4-171D-81125CDEE0BB}"/>
                </a:ext>
              </a:extLst>
            </p:cNvPr>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2" name="Rounded Rectangle 11">
              <a:extLst>
                <a:ext uri="{FF2B5EF4-FFF2-40B4-BE49-F238E27FC236}">
                  <a16:creationId xmlns:a16="http://schemas.microsoft.com/office/drawing/2014/main" id="{E10A2D28-A8FF-8313-ADCB-2B72C390FACF}"/>
                </a:ext>
              </a:extLst>
            </p:cNvPr>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13" name="Picture 12" descr="Icon&#10;&#10;Description automatically generated with medium confidence">
              <a:extLst>
                <a:ext uri="{FF2B5EF4-FFF2-40B4-BE49-F238E27FC236}">
                  <a16:creationId xmlns:a16="http://schemas.microsoft.com/office/drawing/2014/main" id="{1E73120D-A83C-0746-0C19-5132936E2480}"/>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315084" y="84406"/>
              <a:ext cx="871486" cy="863458"/>
            </a:xfrm>
            <a:prstGeom prst="rect">
              <a:avLst/>
            </a:prstGeom>
          </p:spPr>
        </p:pic>
        <p:pic>
          <p:nvPicPr>
            <p:cNvPr id="14" name="Picture 13" descr="A picture containing clipart, vector graphics&#10;&#10;Description automatically generated">
              <a:extLst>
                <a:ext uri="{FF2B5EF4-FFF2-40B4-BE49-F238E27FC236}">
                  <a16:creationId xmlns:a16="http://schemas.microsoft.com/office/drawing/2014/main" id="{FF279D30-BA02-4EF4-72A0-69A0DFA1F187}"/>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5005430" y="111027"/>
              <a:ext cx="979518" cy="810216"/>
            </a:xfrm>
            <a:prstGeom prst="rect">
              <a:avLst/>
            </a:prstGeom>
          </p:spPr>
        </p:pic>
      </p:grpSp>
      <p:grpSp>
        <p:nvGrpSpPr>
          <p:cNvPr id="19" name="Group 18">
            <a:extLst>
              <a:ext uri="{FF2B5EF4-FFF2-40B4-BE49-F238E27FC236}">
                <a16:creationId xmlns:a16="http://schemas.microsoft.com/office/drawing/2014/main" id="{215A5037-1013-FEAC-916D-D7685B8E78E3}"/>
              </a:ext>
            </a:extLst>
          </p:cNvPr>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20" name="Oval 19">
              <a:extLst>
                <a:ext uri="{FF2B5EF4-FFF2-40B4-BE49-F238E27FC236}">
                  <a16:creationId xmlns:a16="http://schemas.microsoft.com/office/drawing/2014/main" id="{96836040-223F-32E9-6652-247D1B1776AC}"/>
                </a:ext>
              </a:extLst>
            </p:cNvPr>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1" name="Oval 20">
              <a:extLst>
                <a:ext uri="{FF2B5EF4-FFF2-40B4-BE49-F238E27FC236}">
                  <a16:creationId xmlns:a16="http://schemas.microsoft.com/office/drawing/2014/main" id="{BC7C8B3B-CA71-8CB4-C831-5785E5171D6A}"/>
                </a:ext>
              </a:extLst>
            </p:cNvPr>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sp>
        <p:nvSpPr>
          <p:cNvPr id="6" name="Slide Number Placeholder 5"/>
          <p:cNvSpPr>
            <a:spLocks noGrp="1"/>
          </p:cNvSpPr>
          <p:nvPr userDrawn="1">
            <p:ph type="sldNum" sz="quarter" idx="12"/>
          </p:nvPr>
        </p:nvSpPr>
        <p:spPr>
          <a:xfrm>
            <a:off x="10422944" y="6356350"/>
            <a:ext cx="2743200" cy="365125"/>
          </a:xfrm>
        </p:spPr>
        <p:txBody>
          <a:bodyPr/>
          <a:lstStyle>
            <a:lvl1pPr algn="ctr">
              <a:defRPr>
                <a:solidFill>
                  <a:schemeClr val="bg1"/>
                </a:solidFill>
              </a:defRPr>
            </a:lvl1pPr>
          </a:lstStyle>
          <a:p>
            <a:fld id="{48F63A3B-78C7-47BE-AE5E-E10140E04643}" type="slidenum">
              <a:rPr lang="en-US" smtClean="0"/>
              <a:pPr/>
              <a:t>‹#›</a:t>
            </a:fld>
            <a:endParaRPr lang="en-US" dirty="0"/>
          </a:p>
        </p:txBody>
      </p:sp>
      <p:sp>
        <p:nvSpPr>
          <p:cNvPr id="24" name="Freeform 23">
            <a:extLst>
              <a:ext uri="{FF2B5EF4-FFF2-40B4-BE49-F238E27FC236}">
                <a16:creationId xmlns:a16="http://schemas.microsoft.com/office/drawing/2014/main" id="{DCEAF726-95E1-8A34-13F1-109FB98C6990}"/>
              </a:ext>
            </a:extLst>
          </p:cNvPr>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Tree>
    <p:extLst>
      <p:ext uri="{BB962C8B-B14F-4D97-AF65-F5344CB8AC3E}">
        <p14:creationId xmlns:p14="http://schemas.microsoft.com/office/powerpoint/2010/main" val="1221615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6000" y="898975"/>
            <a:ext cx="10980000" cy="841231"/>
          </a:xfrm>
        </p:spPr>
        <p:txBody>
          <a:bodyPr>
            <a:normAutofit/>
          </a:bodyPr>
          <a:lstStyle>
            <a:lvl1pPr marL="0" indent="0" algn="l" defTabSz="914400" rtl="0" eaLnBrk="1" latinLnBrk="0" hangingPunct="1">
              <a:lnSpc>
                <a:spcPct val="90000"/>
              </a:lnSpc>
              <a:spcBef>
                <a:spcPct val="0"/>
              </a:spcBef>
              <a:buFont typeface="+mj-lt"/>
              <a:buNone/>
              <a:defRPr lang="en-US" sz="4400" b="1" kern="1200" dirty="0">
                <a:gradFill flip="none" rotWithShape="1">
                  <a:gsLst>
                    <a:gs pos="0">
                      <a:schemeClr val="accent4">
                        <a:lumMod val="75000"/>
                      </a:schemeClr>
                    </a:gs>
                    <a:gs pos="100000">
                      <a:schemeClr val="accent3">
                        <a:lumMod val="75000"/>
                      </a:schemeClr>
                    </a:gs>
                  </a:gsLst>
                  <a:lin ang="16200000" scaled="1"/>
                  <a:tileRect/>
                </a:gradFill>
                <a:latin typeface="+mj-lt"/>
                <a:ea typeface="+mj-ea"/>
                <a:cs typeface="+mj-cs"/>
              </a:defRPr>
            </a:lvl1pPr>
          </a:lstStyle>
          <a:p>
            <a:r>
              <a:rPr lang="en-US" dirty="0"/>
              <a:t>Click to edit Master title style</a:t>
            </a:r>
          </a:p>
        </p:txBody>
      </p:sp>
      <p:sp>
        <p:nvSpPr>
          <p:cNvPr id="3" name="Content Placeholder 2"/>
          <p:cNvSpPr>
            <a:spLocks noGrp="1"/>
          </p:cNvSpPr>
          <p:nvPr>
            <p:ph sz="half" idx="1"/>
          </p:nvPr>
        </p:nvSpPr>
        <p:spPr>
          <a:xfrm>
            <a:off x="616856" y="2006210"/>
            <a:ext cx="5310000" cy="41707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76000" y="2006210"/>
            <a:ext cx="5310000" cy="41707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04E05FC-80DB-0148-874D-D86DE9D2ADC5}" type="datetime3">
              <a:rPr lang="en-US" smtClean="0"/>
              <a:t>7 July 2026</a:t>
            </a:fld>
            <a:endParaRPr lang="en-US" dirty="0"/>
          </a:p>
        </p:txBody>
      </p:sp>
      <p:sp>
        <p:nvSpPr>
          <p:cNvPr id="6" name="Footer Placeholder 5"/>
          <p:cNvSpPr>
            <a:spLocks noGrp="1"/>
          </p:cNvSpPr>
          <p:nvPr>
            <p:ph type="ftr" sz="quarter" idx="11"/>
          </p:nvPr>
        </p:nvSpPr>
        <p:spPr/>
        <p:txBody>
          <a:bodyPr/>
          <a:lstStyle/>
          <a:p>
            <a:r>
              <a:rPr lang="en-US"/>
              <a:t>Copyrights 2024 CE-UIT. All Rights Reserved.</a:t>
            </a:r>
            <a:endParaRPr lang="en-US" dirty="0"/>
          </a:p>
        </p:txBody>
      </p:sp>
      <p:sp>
        <p:nvSpPr>
          <p:cNvPr id="8" name="Rectangle 7">
            <a:extLst>
              <a:ext uri="{FF2B5EF4-FFF2-40B4-BE49-F238E27FC236}">
                <a16:creationId xmlns:a16="http://schemas.microsoft.com/office/drawing/2014/main" id="{555501B7-06E2-F246-2BAD-EAF23122D87C}"/>
              </a:ext>
            </a:extLst>
          </p:cNvPr>
          <p:cNvSpPr/>
          <p:nvPr userDrawn="1"/>
        </p:nvSpPr>
        <p:spPr>
          <a:xfrm rot="5400000">
            <a:off x="5778985" y="-5780045"/>
            <a:ext cx="631552" cy="12194479"/>
          </a:xfrm>
          <a:prstGeom prst="rect">
            <a:avLst/>
          </a:prstGeom>
          <a:gradFill>
            <a:gsLst>
              <a:gs pos="0">
                <a:srgbClr val="38EF7D"/>
              </a:gs>
              <a:gs pos="100000">
                <a:srgbClr val="11998E"/>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Rectangle 8">
            <a:extLst>
              <a:ext uri="{FF2B5EF4-FFF2-40B4-BE49-F238E27FC236}">
                <a16:creationId xmlns:a16="http://schemas.microsoft.com/office/drawing/2014/main" id="{22FA2C82-F7CF-516D-BCFE-BD30ECC9EA5A}"/>
              </a:ext>
            </a:extLst>
          </p:cNvPr>
          <p:cNvSpPr/>
          <p:nvPr userDrawn="1"/>
        </p:nvSpPr>
        <p:spPr>
          <a:xfrm rot="5400000" flipV="1">
            <a:off x="5778984" y="-5781463"/>
            <a:ext cx="631552" cy="12194479"/>
          </a:xfrm>
          <a:prstGeom prst="rect">
            <a:avLst/>
          </a:prstGeom>
          <a:blipFill>
            <a:blip r:embed="rId2" cstate="print">
              <a:extLst>
                <a:ext uri="{28A0092B-C50C-407E-A947-70E740481C1C}">
                  <a14:useLocalDpi xmlns:a14="http://schemas.microsoft.com/office/drawing/2010/main"/>
                </a:ext>
              </a:extLst>
            </a:blip>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0" name="TextBox 9">
            <a:extLst>
              <a:ext uri="{FF2B5EF4-FFF2-40B4-BE49-F238E27FC236}">
                <a16:creationId xmlns:a16="http://schemas.microsoft.com/office/drawing/2014/main" id="{11B8F8FF-3914-88F4-7096-A2992F1DABC0}"/>
              </a:ext>
            </a:extLst>
          </p:cNvPr>
          <p:cNvSpPr txBox="1"/>
          <p:nvPr userDrawn="1"/>
        </p:nvSpPr>
        <p:spPr>
          <a:xfrm>
            <a:off x="240281" y="141423"/>
            <a:ext cx="7420291" cy="337383"/>
          </a:xfrm>
          <a:prstGeom prst="rect">
            <a:avLst/>
          </a:prstGeom>
          <a:noFill/>
        </p:spPr>
        <p:txBody>
          <a:bodyPr wrap="none" rtlCol="0">
            <a:spAutoFit/>
          </a:bodyPr>
          <a:lstStyle/>
          <a:p>
            <a:r>
              <a:rPr lang="en-VN" sz="1600" b="1" dirty="0">
                <a:solidFill>
                  <a:schemeClr val="bg1"/>
                </a:solidFill>
              </a:rPr>
              <a:t>FACULTY OF COMPUTER ENGINEERING</a:t>
            </a:r>
          </a:p>
        </p:txBody>
      </p:sp>
      <p:grpSp>
        <p:nvGrpSpPr>
          <p:cNvPr id="11" name="Group 10">
            <a:extLst>
              <a:ext uri="{FF2B5EF4-FFF2-40B4-BE49-F238E27FC236}">
                <a16:creationId xmlns:a16="http://schemas.microsoft.com/office/drawing/2014/main" id="{279A1157-FF7F-7C1B-C247-077067BBC028}"/>
              </a:ext>
            </a:extLst>
          </p:cNvPr>
          <p:cNvGrpSpPr/>
          <p:nvPr userDrawn="1"/>
        </p:nvGrpSpPr>
        <p:grpSpPr>
          <a:xfrm>
            <a:off x="4479985" y="241694"/>
            <a:ext cx="3232030" cy="768394"/>
            <a:chOff x="4280055" y="84406"/>
            <a:chExt cx="3631889" cy="863458"/>
          </a:xfrm>
        </p:grpSpPr>
        <p:sp>
          <p:nvSpPr>
            <p:cNvPr id="12" name="Rounded Rectangle 11">
              <a:extLst>
                <a:ext uri="{FF2B5EF4-FFF2-40B4-BE49-F238E27FC236}">
                  <a16:creationId xmlns:a16="http://schemas.microsoft.com/office/drawing/2014/main" id="{87F4C074-B87D-1D6E-559E-9B5F5A6D59D5}"/>
                </a:ext>
              </a:extLst>
            </p:cNvPr>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3" name="Rounded Rectangle 12">
              <a:extLst>
                <a:ext uri="{FF2B5EF4-FFF2-40B4-BE49-F238E27FC236}">
                  <a16:creationId xmlns:a16="http://schemas.microsoft.com/office/drawing/2014/main" id="{051A38B1-9970-6D8A-99F0-1519F63F8C21}"/>
                </a:ext>
              </a:extLst>
            </p:cNvPr>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14" name="Picture 13" descr="Icon&#10;&#10;Description automatically generated with medium confidence">
              <a:extLst>
                <a:ext uri="{FF2B5EF4-FFF2-40B4-BE49-F238E27FC236}">
                  <a16:creationId xmlns:a16="http://schemas.microsoft.com/office/drawing/2014/main" id="{CDAB1087-5677-0CD0-2E97-0AC0475A5D4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315084" y="84406"/>
              <a:ext cx="871486" cy="863458"/>
            </a:xfrm>
            <a:prstGeom prst="rect">
              <a:avLst/>
            </a:prstGeom>
          </p:spPr>
        </p:pic>
        <p:pic>
          <p:nvPicPr>
            <p:cNvPr id="15" name="Picture 14" descr="A picture containing clipart, vector graphics&#10;&#10;Description automatically generated">
              <a:extLst>
                <a:ext uri="{FF2B5EF4-FFF2-40B4-BE49-F238E27FC236}">
                  <a16:creationId xmlns:a16="http://schemas.microsoft.com/office/drawing/2014/main" id="{75F57DD9-9F2F-64B5-ABD6-42254D27DA80}"/>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5005430" y="111027"/>
              <a:ext cx="979518" cy="810216"/>
            </a:xfrm>
            <a:prstGeom prst="rect">
              <a:avLst/>
            </a:prstGeom>
          </p:spPr>
        </p:pic>
      </p:grpSp>
      <p:grpSp>
        <p:nvGrpSpPr>
          <p:cNvPr id="16" name="Group 15">
            <a:extLst>
              <a:ext uri="{FF2B5EF4-FFF2-40B4-BE49-F238E27FC236}">
                <a16:creationId xmlns:a16="http://schemas.microsoft.com/office/drawing/2014/main" id="{D4EDAAF6-0642-D0AC-8393-BCA7C5A21D37}"/>
              </a:ext>
            </a:extLst>
          </p:cNvPr>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17" name="Oval 16">
              <a:extLst>
                <a:ext uri="{FF2B5EF4-FFF2-40B4-BE49-F238E27FC236}">
                  <a16:creationId xmlns:a16="http://schemas.microsoft.com/office/drawing/2014/main" id="{1D9D6F2C-9702-AFF6-0F7A-DB2E2C1FF67A}"/>
                </a:ext>
              </a:extLst>
            </p:cNvPr>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8" name="Oval 17">
              <a:extLst>
                <a:ext uri="{FF2B5EF4-FFF2-40B4-BE49-F238E27FC236}">
                  <a16:creationId xmlns:a16="http://schemas.microsoft.com/office/drawing/2014/main" id="{FFED086E-27AD-496B-CF1A-0F2B00E50490}"/>
                </a:ext>
              </a:extLst>
            </p:cNvPr>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sp>
        <p:nvSpPr>
          <p:cNvPr id="19" name="Freeform 18">
            <a:extLst>
              <a:ext uri="{FF2B5EF4-FFF2-40B4-BE49-F238E27FC236}">
                <a16:creationId xmlns:a16="http://schemas.microsoft.com/office/drawing/2014/main" id="{C849CBBA-8A36-61D9-7C3A-A5B8C98344BA}"/>
              </a:ext>
            </a:extLst>
          </p:cNvPr>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
        <p:nvSpPr>
          <p:cNvPr id="7" name="Slide Number Placeholder 6"/>
          <p:cNvSpPr>
            <a:spLocks noGrp="1"/>
          </p:cNvSpPr>
          <p:nvPr>
            <p:ph type="sldNum" sz="quarter" idx="12"/>
          </p:nvPr>
        </p:nvSpPr>
        <p:spPr>
          <a:xfrm>
            <a:off x="10409692" y="6356350"/>
            <a:ext cx="2743200" cy="365125"/>
          </a:xfrm>
        </p:spPr>
        <p:txBody>
          <a:bodyPr/>
          <a:lstStyle>
            <a:lvl1pPr algn="ctr">
              <a:defRPr b="1">
                <a:solidFill>
                  <a:schemeClr val="bg1"/>
                </a:solidFill>
              </a:defRPr>
            </a:lvl1pPr>
          </a:lstStyle>
          <a:p>
            <a:fld id="{48F63A3B-78C7-47BE-AE5E-E10140E04643}"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6000" y="891895"/>
            <a:ext cx="10980000" cy="989289"/>
          </a:xfrm>
        </p:spPr>
        <p:txBody>
          <a:bodyPr>
            <a:normAutofit/>
          </a:bodyPr>
          <a:lstStyle>
            <a:lvl1pPr marL="0" indent="0" algn="l" defTabSz="914400" rtl="0" eaLnBrk="1" latinLnBrk="0" hangingPunct="1">
              <a:lnSpc>
                <a:spcPct val="90000"/>
              </a:lnSpc>
              <a:spcBef>
                <a:spcPct val="0"/>
              </a:spcBef>
              <a:buFont typeface="+mj-lt"/>
              <a:buNone/>
              <a:defRPr lang="en-US" sz="4400" b="1" kern="1200" dirty="0">
                <a:gradFill flip="none" rotWithShape="1">
                  <a:gsLst>
                    <a:gs pos="0">
                      <a:schemeClr val="accent4">
                        <a:lumMod val="75000"/>
                      </a:schemeClr>
                    </a:gs>
                    <a:gs pos="100000">
                      <a:schemeClr val="accent3">
                        <a:lumMod val="75000"/>
                      </a:schemeClr>
                    </a:gs>
                  </a:gsLst>
                  <a:lin ang="16200000" scaled="1"/>
                  <a:tileRect/>
                </a:gradFill>
                <a:latin typeface="+mj-lt"/>
                <a:ea typeface="+mj-ea"/>
                <a:cs typeface="+mj-cs"/>
              </a:defRPr>
            </a:lvl1pPr>
          </a:lstStyle>
          <a:p>
            <a:r>
              <a:rPr lang="en-US" dirty="0"/>
              <a:t>Click to edit Master title style</a:t>
            </a:r>
          </a:p>
        </p:txBody>
      </p:sp>
      <p:sp>
        <p:nvSpPr>
          <p:cNvPr id="3" name="Text Placeholder 2"/>
          <p:cNvSpPr>
            <a:spLocks noGrp="1"/>
          </p:cNvSpPr>
          <p:nvPr>
            <p:ph type="body" idx="1"/>
          </p:nvPr>
        </p:nvSpPr>
        <p:spPr>
          <a:xfrm>
            <a:off x="606001" y="1992588"/>
            <a:ext cx="5310000" cy="643036"/>
          </a:xfrm>
        </p:spPr>
        <p:txBody>
          <a:bodyPr anchor="ctr"/>
          <a:lstStyle>
            <a:lvl1pPr marL="0" indent="0">
              <a:buNone/>
              <a:defRPr sz="2400" b="1">
                <a:gradFill flip="none" rotWithShape="1">
                  <a:gsLst>
                    <a:gs pos="0">
                      <a:schemeClr val="accent6"/>
                    </a:gs>
                    <a:gs pos="100000">
                      <a:schemeClr val="accent5"/>
                    </a:gs>
                  </a:gsLst>
                  <a:lin ang="2700000" scaled="1"/>
                  <a:tileRect/>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06001" y="2747028"/>
            <a:ext cx="5310000" cy="344263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76000" y="1992588"/>
            <a:ext cx="5310000" cy="643036"/>
          </a:xfrm>
        </p:spPr>
        <p:txBody>
          <a:bodyPr anchor="ctr">
            <a:normAutofit/>
          </a:bodyPr>
          <a:lstStyle>
            <a:lvl1pPr marL="0" indent="0">
              <a:buNone/>
              <a:defRPr lang="en-US" sz="2400" b="1" kern="1200" dirty="0">
                <a:gradFill flip="none" rotWithShape="1">
                  <a:gsLst>
                    <a:gs pos="0">
                      <a:schemeClr val="accent6"/>
                    </a:gs>
                    <a:gs pos="100000">
                      <a:schemeClr val="accent5"/>
                    </a:gs>
                  </a:gsLst>
                  <a:lin ang="2700000" scaled="1"/>
                  <a:tileRect/>
                </a:gra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p:txBody>
      </p:sp>
      <p:sp>
        <p:nvSpPr>
          <p:cNvPr id="6" name="Content Placeholder 5"/>
          <p:cNvSpPr>
            <a:spLocks noGrp="1"/>
          </p:cNvSpPr>
          <p:nvPr>
            <p:ph sz="quarter" idx="4"/>
          </p:nvPr>
        </p:nvSpPr>
        <p:spPr>
          <a:xfrm>
            <a:off x="6276000" y="2747028"/>
            <a:ext cx="5310000" cy="344263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EA5D97B-A544-724E-B7AA-E954CECFEC59}" type="datetime3">
              <a:rPr lang="en-US" smtClean="0"/>
              <a:t>7 July 2026</a:t>
            </a:fld>
            <a:endParaRPr lang="en-US" dirty="0"/>
          </a:p>
        </p:txBody>
      </p:sp>
      <p:sp>
        <p:nvSpPr>
          <p:cNvPr id="8" name="Footer Placeholder 7"/>
          <p:cNvSpPr>
            <a:spLocks noGrp="1"/>
          </p:cNvSpPr>
          <p:nvPr>
            <p:ph type="ftr" sz="quarter" idx="11"/>
          </p:nvPr>
        </p:nvSpPr>
        <p:spPr/>
        <p:txBody>
          <a:bodyPr/>
          <a:lstStyle/>
          <a:p>
            <a:r>
              <a:rPr lang="en-US"/>
              <a:t>Copyrights 2024 CE-UIT. All Rights Reserved.</a:t>
            </a:r>
            <a:endParaRPr lang="en-US" dirty="0"/>
          </a:p>
        </p:txBody>
      </p:sp>
      <p:sp>
        <p:nvSpPr>
          <p:cNvPr id="10" name="Rectangle 9">
            <a:extLst>
              <a:ext uri="{FF2B5EF4-FFF2-40B4-BE49-F238E27FC236}">
                <a16:creationId xmlns:a16="http://schemas.microsoft.com/office/drawing/2014/main" id="{59F7C7FE-91AA-777B-FCF1-8DFE0AC663E2}"/>
              </a:ext>
            </a:extLst>
          </p:cNvPr>
          <p:cNvSpPr/>
          <p:nvPr userDrawn="1"/>
        </p:nvSpPr>
        <p:spPr>
          <a:xfrm rot="5400000">
            <a:off x="5778985" y="-5780045"/>
            <a:ext cx="631552" cy="12194479"/>
          </a:xfrm>
          <a:prstGeom prst="rect">
            <a:avLst/>
          </a:prstGeom>
          <a:gradFill>
            <a:gsLst>
              <a:gs pos="0">
                <a:srgbClr val="38EF7D"/>
              </a:gs>
              <a:gs pos="100000">
                <a:srgbClr val="11998E"/>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1" name="Rectangle 10">
            <a:extLst>
              <a:ext uri="{FF2B5EF4-FFF2-40B4-BE49-F238E27FC236}">
                <a16:creationId xmlns:a16="http://schemas.microsoft.com/office/drawing/2014/main" id="{8A62D67D-95A8-A852-CF14-572C6CE00ED0}"/>
              </a:ext>
            </a:extLst>
          </p:cNvPr>
          <p:cNvSpPr/>
          <p:nvPr userDrawn="1"/>
        </p:nvSpPr>
        <p:spPr>
          <a:xfrm rot="5400000" flipV="1">
            <a:off x="5778984" y="-5781463"/>
            <a:ext cx="631552" cy="12194479"/>
          </a:xfrm>
          <a:prstGeom prst="rect">
            <a:avLst/>
          </a:prstGeom>
          <a:blipFill>
            <a:blip r:embed="rId2" cstate="print">
              <a:extLst>
                <a:ext uri="{28A0092B-C50C-407E-A947-70E740481C1C}">
                  <a14:useLocalDpi xmlns:a14="http://schemas.microsoft.com/office/drawing/2010/main"/>
                </a:ext>
              </a:extLst>
            </a:blip>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2" name="TextBox 11">
            <a:extLst>
              <a:ext uri="{FF2B5EF4-FFF2-40B4-BE49-F238E27FC236}">
                <a16:creationId xmlns:a16="http://schemas.microsoft.com/office/drawing/2014/main" id="{6971CB91-0E23-8BF0-4ADC-5082D6650DF4}"/>
              </a:ext>
            </a:extLst>
          </p:cNvPr>
          <p:cNvSpPr txBox="1"/>
          <p:nvPr userDrawn="1"/>
        </p:nvSpPr>
        <p:spPr>
          <a:xfrm>
            <a:off x="240281" y="141423"/>
            <a:ext cx="7420291" cy="337383"/>
          </a:xfrm>
          <a:prstGeom prst="rect">
            <a:avLst/>
          </a:prstGeom>
          <a:noFill/>
        </p:spPr>
        <p:txBody>
          <a:bodyPr wrap="none" rtlCol="0">
            <a:spAutoFit/>
          </a:bodyPr>
          <a:lstStyle/>
          <a:p>
            <a:r>
              <a:rPr lang="en-VN" sz="1600" b="1" dirty="0">
                <a:solidFill>
                  <a:schemeClr val="bg1"/>
                </a:solidFill>
              </a:rPr>
              <a:t>FACULTY OF COMPUTER ENGINEERING</a:t>
            </a:r>
          </a:p>
        </p:txBody>
      </p:sp>
      <p:grpSp>
        <p:nvGrpSpPr>
          <p:cNvPr id="13" name="Group 12">
            <a:extLst>
              <a:ext uri="{FF2B5EF4-FFF2-40B4-BE49-F238E27FC236}">
                <a16:creationId xmlns:a16="http://schemas.microsoft.com/office/drawing/2014/main" id="{5AAD86C4-FCFD-9291-27AD-78AEB135B122}"/>
              </a:ext>
            </a:extLst>
          </p:cNvPr>
          <p:cNvGrpSpPr/>
          <p:nvPr userDrawn="1"/>
        </p:nvGrpSpPr>
        <p:grpSpPr>
          <a:xfrm>
            <a:off x="4479985" y="241694"/>
            <a:ext cx="3232030" cy="768394"/>
            <a:chOff x="4280055" y="84406"/>
            <a:chExt cx="3631889" cy="863458"/>
          </a:xfrm>
        </p:grpSpPr>
        <p:sp>
          <p:nvSpPr>
            <p:cNvPr id="14" name="Rounded Rectangle 13">
              <a:extLst>
                <a:ext uri="{FF2B5EF4-FFF2-40B4-BE49-F238E27FC236}">
                  <a16:creationId xmlns:a16="http://schemas.microsoft.com/office/drawing/2014/main" id="{1CF0A3C9-A5C5-7885-0000-B445E4181054}"/>
                </a:ext>
              </a:extLst>
            </p:cNvPr>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5" name="Rounded Rectangle 14">
              <a:extLst>
                <a:ext uri="{FF2B5EF4-FFF2-40B4-BE49-F238E27FC236}">
                  <a16:creationId xmlns:a16="http://schemas.microsoft.com/office/drawing/2014/main" id="{2A842F66-7AA0-4602-5FF9-D5131812A65A}"/>
                </a:ext>
              </a:extLst>
            </p:cNvPr>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16" name="Picture 15" descr="Icon&#10;&#10;Description automatically generated with medium confidence">
              <a:extLst>
                <a:ext uri="{FF2B5EF4-FFF2-40B4-BE49-F238E27FC236}">
                  <a16:creationId xmlns:a16="http://schemas.microsoft.com/office/drawing/2014/main" id="{B096FE08-51CC-1D46-80F1-45BD3824B121}"/>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315084" y="84406"/>
              <a:ext cx="871486" cy="863458"/>
            </a:xfrm>
            <a:prstGeom prst="rect">
              <a:avLst/>
            </a:prstGeom>
          </p:spPr>
        </p:pic>
        <p:pic>
          <p:nvPicPr>
            <p:cNvPr id="17" name="Picture 16" descr="A picture containing clipart, vector graphics&#10;&#10;Description automatically generated">
              <a:extLst>
                <a:ext uri="{FF2B5EF4-FFF2-40B4-BE49-F238E27FC236}">
                  <a16:creationId xmlns:a16="http://schemas.microsoft.com/office/drawing/2014/main" id="{49B7CFC8-73D7-D65B-98B9-1026DEA31285}"/>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5005430" y="111027"/>
              <a:ext cx="979518" cy="810216"/>
            </a:xfrm>
            <a:prstGeom prst="rect">
              <a:avLst/>
            </a:prstGeom>
          </p:spPr>
        </p:pic>
      </p:grpSp>
      <p:grpSp>
        <p:nvGrpSpPr>
          <p:cNvPr id="18" name="Group 17">
            <a:extLst>
              <a:ext uri="{FF2B5EF4-FFF2-40B4-BE49-F238E27FC236}">
                <a16:creationId xmlns:a16="http://schemas.microsoft.com/office/drawing/2014/main" id="{3A207177-F45D-1E4B-327B-7ADB21C03E0D}"/>
              </a:ext>
            </a:extLst>
          </p:cNvPr>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19" name="Oval 18">
              <a:extLst>
                <a:ext uri="{FF2B5EF4-FFF2-40B4-BE49-F238E27FC236}">
                  <a16:creationId xmlns:a16="http://schemas.microsoft.com/office/drawing/2014/main" id="{B944A9A0-279D-4287-22A6-B50BEFA9D41A}"/>
                </a:ext>
              </a:extLst>
            </p:cNvPr>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0" name="Oval 19">
              <a:extLst>
                <a:ext uri="{FF2B5EF4-FFF2-40B4-BE49-F238E27FC236}">
                  <a16:creationId xmlns:a16="http://schemas.microsoft.com/office/drawing/2014/main" id="{759E2F26-1088-5258-841C-AB0BAAE822E4}"/>
                </a:ext>
              </a:extLst>
            </p:cNvPr>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sp>
        <p:nvSpPr>
          <p:cNvPr id="21" name="Freeform 20">
            <a:extLst>
              <a:ext uri="{FF2B5EF4-FFF2-40B4-BE49-F238E27FC236}">
                <a16:creationId xmlns:a16="http://schemas.microsoft.com/office/drawing/2014/main" id="{E418F7BB-B3EC-2462-55FF-B70CB9656121}"/>
              </a:ext>
            </a:extLst>
          </p:cNvPr>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
        <p:nvSpPr>
          <p:cNvPr id="9" name="Slide Number Placeholder 8"/>
          <p:cNvSpPr>
            <a:spLocks noGrp="1"/>
          </p:cNvSpPr>
          <p:nvPr>
            <p:ph type="sldNum" sz="quarter" idx="12"/>
          </p:nvPr>
        </p:nvSpPr>
        <p:spPr>
          <a:xfrm>
            <a:off x="10409692" y="6356350"/>
            <a:ext cx="2743200" cy="365125"/>
          </a:xfrm>
        </p:spPr>
        <p:txBody>
          <a:bodyPr/>
          <a:lstStyle>
            <a:lvl1pPr algn="ctr">
              <a:defRPr b="1">
                <a:solidFill>
                  <a:schemeClr val="bg1"/>
                </a:solidFill>
              </a:defRPr>
            </a:lvl1pPr>
          </a:lstStyle>
          <a:p>
            <a:fld id="{48F63A3B-78C7-47BE-AE5E-E10140E04643}"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6000" y="977990"/>
            <a:ext cx="10980000" cy="986400"/>
          </a:xfrm>
        </p:spPr>
        <p:txBody>
          <a:bodyPr>
            <a:normAutofit/>
          </a:bodyPr>
          <a:lstStyle>
            <a:lvl1pPr marL="0" indent="0" algn="l" defTabSz="914400" rtl="0" eaLnBrk="1" latinLnBrk="0" hangingPunct="1">
              <a:lnSpc>
                <a:spcPct val="90000"/>
              </a:lnSpc>
              <a:spcBef>
                <a:spcPct val="0"/>
              </a:spcBef>
              <a:buFont typeface="+mj-lt"/>
              <a:buNone/>
              <a:defRPr lang="en-US" sz="4400" b="1" kern="1200" dirty="0">
                <a:gradFill flip="none" rotWithShape="1">
                  <a:gsLst>
                    <a:gs pos="0">
                      <a:schemeClr val="accent4">
                        <a:lumMod val="75000"/>
                      </a:schemeClr>
                    </a:gs>
                    <a:gs pos="100000">
                      <a:schemeClr val="accent3">
                        <a:lumMod val="75000"/>
                      </a:schemeClr>
                    </a:gs>
                  </a:gsLst>
                  <a:lin ang="16200000" scaled="1"/>
                  <a:tileRect/>
                </a:gradFill>
                <a:latin typeface="+mj-lt"/>
                <a:ea typeface="+mj-ea"/>
                <a:cs typeface="+mj-cs"/>
              </a:defRPr>
            </a:lvl1pPr>
          </a:lstStyle>
          <a:p>
            <a:r>
              <a:rPr lang="en-US" dirty="0"/>
              <a:t>Click to edit Master title style</a:t>
            </a:r>
          </a:p>
        </p:txBody>
      </p:sp>
      <p:sp>
        <p:nvSpPr>
          <p:cNvPr id="3" name="Date Placeholder 2"/>
          <p:cNvSpPr>
            <a:spLocks noGrp="1"/>
          </p:cNvSpPr>
          <p:nvPr>
            <p:ph type="dt" sz="half" idx="10"/>
          </p:nvPr>
        </p:nvSpPr>
        <p:spPr/>
        <p:txBody>
          <a:bodyPr/>
          <a:lstStyle/>
          <a:p>
            <a:fld id="{81720595-1D13-FB4B-A345-0906822BCC7D}" type="datetime3">
              <a:rPr lang="en-US" smtClean="0"/>
              <a:t>7 July 2026</a:t>
            </a:fld>
            <a:endParaRPr lang="en-US" dirty="0"/>
          </a:p>
        </p:txBody>
      </p:sp>
      <p:sp>
        <p:nvSpPr>
          <p:cNvPr id="4" name="Footer Placeholder 3"/>
          <p:cNvSpPr>
            <a:spLocks noGrp="1"/>
          </p:cNvSpPr>
          <p:nvPr>
            <p:ph type="ftr" sz="quarter" idx="11"/>
          </p:nvPr>
        </p:nvSpPr>
        <p:spPr/>
        <p:txBody>
          <a:bodyPr/>
          <a:lstStyle/>
          <a:p>
            <a:r>
              <a:rPr lang="en-US"/>
              <a:t>Copyrights 2024 CE-UIT. All Rights Reserved.</a:t>
            </a:r>
            <a:endParaRPr lang="en-US" dirty="0"/>
          </a:p>
        </p:txBody>
      </p:sp>
      <p:sp>
        <p:nvSpPr>
          <p:cNvPr id="6" name="Rectangle 5">
            <a:extLst>
              <a:ext uri="{FF2B5EF4-FFF2-40B4-BE49-F238E27FC236}">
                <a16:creationId xmlns:a16="http://schemas.microsoft.com/office/drawing/2014/main" id="{23636FC2-729D-C9CA-CC90-21D4CBEC73A2}"/>
              </a:ext>
            </a:extLst>
          </p:cNvPr>
          <p:cNvSpPr/>
          <p:nvPr userDrawn="1"/>
        </p:nvSpPr>
        <p:spPr>
          <a:xfrm rot="5400000">
            <a:off x="5778985" y="-5780045"/>
            <a:ext cx="631552" cy="12194479"/>
          </a:xfrm>
          <a:prstGeom prst="rect">
            <a:avLst/>
          </a:prstGeom>
          <a:gradFill>
            <a:gsLst>
              <a:gs pos="0">
                <a:srgbClr val="38EF7D"/>
              </a:gs>
              <a:gs pos="100000">
                <a:srgbClr val="11998E"/>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7" name="Rectangle 6">
            <a:extLst>
              <a:ext uri="{FF2B5EF4-FFF2-40B4-BE49-F238E27FC236}">
                <a16:creationId xmlns:a16="http://schemas.microsoft.com/office/drawing/2014/main" id="{CAA385C0-495A-0190-FBE8-231CFC660C3A}"/>
              </a:ext>
            </a:extLst>
          </p:cNvPr>
          <p:cNvSpPr/>
          <p:nvPr userDrawn="1"/>
        </p:nvSpPr>
        <p:spPr>
          <a:xfrm rot="5400000" flipV="1">
            <a:off x="5778984" y="-5781463"/>
            <a:ext cx="631552" cy="12194479"/>
          </a:xfrm>
          <a:prstGeom prst="rect">
            <a:avLst/>
          </a:prstGeom>
          <a:blipFill>
            <a:blip r:embed="rId2" cstate="print">
              <a:extLst>
                <a:ext uri="{28A0092B-C50C-407E-A947-70E740481C1C}">
                  <a14:useLocalDpi xmlns:a14="http://schemas.microsoft.com/office/drawing/2010/main"/>
                </a:ext>
              </a:extLst>
            </a:blip>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TextBox 7">
            <a:extLst>
              <a:ext uri="{FF2B5EF4-FFF2-40B4-BE49-F238E27FC236}">
                <a16:creationId xmlns:a16="http://schemas.microsoft.com/office/drawing/2014/main" id="{AD6AA5F0-C810-9BFE-4A24-47254E96DDA4}"/>
              </a:ext>
            </a:extLst>
          </p:cNvPr>
          <p:cNvSpPr txBox="1"/>
          <p:nvPr userDrawn="1"/>
        </p:nvSpPr>
        <p:spPr>
          <a:xfrm>
            <a:off x="240281" y="141423"/>
            <a:ext cx="7420291" cy="337383"/>
          </a:xfrm>
          <a:prstGeom prst="rect">
            <a:avLst/>
          </a:prstGeom>
          <a:noFill/>
        </p:spPr>
        <p:txBody>
          <a:bodyPr wrap="none" rtlCol="0">
            <a:spAutoFit/>
          </a:bodyPr>
          <a:lstStyle/>
          <a:p>
            <a:r>
              <a:rPr lang="en-VN" sz="1600" b="1" dirty="0">
                <a:solidFill>
                  <a:schemeClr val="bg1"/>
                </a:solidFill>
              </a:rPr>
              <a:t>FACULTY OF COMPUTER ENGINEERING</a:t>
            </a:r>
          </a:p>
        </p:txBody>
      </p:sp>
      <p:grpSp>
        <p:nvGrpSpPr>
          <p:cNvPr id="9" name="Group 8">
            <a:extLst>
              <a:ext uri="{FF2B5EF4-FFF2-40B4-BE49-F238E27FC236}">
                <a16:creationId xmlns:a16="http://schemas.microsoft.com/office/drawing/2014/main" id="{47F5DC64-C53E-D570-F572-A07974B9F1B5}"/>
              </a:ext>
            </a:extLst>
          </p:cNvPr>
          <p:cNvGrpSpPr/>
          <p:nvPr userDrawn="1"/>
        </p:nvGrpSpPr>
        <p:grpSpPr>
          <a:xfrm>
            <a:off x="4479985" y="241694"/>
            <a:ext cx="3232030" cy="768394"/>
            <a:chOff x="4280055" y="84406"/>
            <a:chExt cx="3631889" cy="863458"/>
          </a:xfrm>
        </p:grpSpPr>
        <p:sp>
          <p:nvSpPr>
            <p:cNvPr id="10" name="Rounded Rectangle 9">
              <a:extLst>
                <a:ext uri="{FF2B5EF4-FFF2-40B4-BE49-F238E27FC236}">
                  <a16:creationId xmlns:a16="http://schemas.microsoft.com/office/drawing/2014/main" id="{FA9113C1-A485-B1D0-18A2-2B4ACB6C023B}"/>
                </a:ext>
              </a:extLst>
            </p:cNvPr>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1" name="Rounded Rectangle 10">
              <a:extLst>
                <a:ext uri="{FF2B5EF4-FFF2-40B4-BE49-F238E27FC236}">
                  <a16:creationId xmlns:a16="http://schemas.microsoft.com/office/drawing/2014/main" id="{581A74BC-FADD-5AAC-4592-F1F01A7FEE2B}"/>
                </a:ext>
              </a:extLst>
            </p:cNvPr>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12" name="Picture 11" descr="Icon&#10;&#10;Description automatically generated with medium confidence">
              <a:extLst>
                <a:ext uri="{FF2B5EF4-FFF2-40B4-BE49-F238E27FC236}">
                  <a16:creationId xmlns:a16="http://schemas.microsoft.com/office/drawing/2014/main" id="{03279EC9-0774-3A5C-2866-2FEBE99211D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315084" y="84406"/>
              <a:ext cx="871486" cy="863458"/>
            </a:xfrm>
            <a:prstGeom prst="rect">
              <a:avLst/>
            </a:prstGeom>
          </p:spPr>
        </p:pic>
        <p:pic>
          <p:nvPicPr>
            <p:cNvPr id="13" name="Picture 12" descr="A picture containing clipart, vector graphics&#10;&#10;Description automatically generated">
              <a:extLst>
                <a:ext uri="{FF2B5EF4-FFF2-40B4-BE49-F238E27FC236}">
                  <a16:creationId xmlns:a16="http://schemas.microsoft.com/office/drawing/2014/main" id="{40729B2C-F0E2-C8ED-820D-2150BC392931}"/>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5005430" y="111027"/>
              <a:ext cx="979518" cy="810216"/>
            </a:xfrm>
            <a:prstGeom prst="rect">
              <a:avLst/>
            </a:prstGeom>
          </p:spPr>
        </p:pic>
      </p:grpSp>
      <p:grpSp>
        <p:nvGrpSpPr>
          <p:cNvPr id="14" name="Group 13">
            <a:extLst>
              <a:ext uri="{FF2B5EF4-FFF2-40B4-BE49-F238E27FC236}">
                <a16:creationId xmlns:a16="http://schemas.microsoft.com/office/drawing/2014/main" id="{9AD48359-0185-411D-3829-537B58B51408}"/>
              </a:ext>
            </a:extLst>
          </p:cNvPr>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15" name="Oval 14">
              <a:extLst>
                <a:ext uri="{FF2B5EF4-FFF2-40B4-BE49-F238E27FC236}">
                  <a16:creationId xmlns:a16="http://schemas.microsoft.com/office/drawing/2014/main" id="{E6F2E26B-6E6E-A080-698A-20804C4088BF}"/>
                </a:ext>
              </a:extLst>
            </p:cNvPr>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6" name="Oval 15">
              <a:extLst>
                <a:ext uri="{FF2B5EF4-FFF2-40B4-BE49-F238E27FC236}">
                  <a16:creationId xmlns:a16="http://schemas.microsoft.com/office/drawing/2014/main" id="{6E87EB44-478E-3F0B-3713-00B3ED19FFD9}"/>
                </a:ext>
              </a:extLst>
            </p:cNvPr>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sp>
        <p:nvSpPr>
          <p:cNvPr id="17" name="Freeform 16">
            <a:extLst>
              <a:ext uri="{FF2B5EF4-FFF2-40B4-BE49-F238E27FC236}">
                <a16:creationId xmlns:a16="http://schemas.microsoft.com/office/drawing/2014/main" id="{725A6CA3-8A6F-8240-FE9F-93A63D7F2742}"/>
              </a:ext>
            </a:extLst>
          </p:cNvPr>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
        <p:nvSpPr>
          <p:cNvPr id="5" name="Slide Number Placeholder 4"/>
          <p:cNvSpPr>
            <a:spLocks noGrp="1"/>
          </p:cNvSpPr>
          <p:nvPr>
            <p:ph type="sldNum" sz="quarter" idx="12"/>
          </p:nvPr>
        </p:nvSpPr>
        <p:spPr>
          <a:xfrm>
            <a:off x="10409692" y="6356350"/>
            <a:ext cx="2743200" cy="365125"/>
          </a:xfrm>
        </p:spPr>
        <p:txBody>
          <a:bodyPr/>
          <a:lstStyle>
            <a:lvl1pPr algn="ctr">
              <a:defRPr b="1">
                <a:solidFill>
                  <a:schemeClr val="bg1"/>
                </a:solidFill>
              </a:defRPr>
            </a:lvl1pPr>
          </a:lstStyle>
          <a:p>
            <a:fld id="{48F63A3B-78C7-47BE-AE5E-E10140E04643}"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5D7E87-33E4-774F-A870-A86FB4A2E684}" type="datetime3">
              <a:rPr lang="en-US" smtClean="0"/>
              <a:t>7 July 2026</a:t>
            </a:fld>
            <a:endParaRPr lang="en-US" dirty="0"/>
          </a:p>
        </p:txBody>
      </p:sp>
      <p:sp>
        <p:nvSpPr>
          <p:cNvPr id="3" name="Footer Placeholder 2"/>
          <p:cNvSpPr>
            <a:spLocks noGrp="1"/>
          </p:cNvSpPr>
          <p:nvPr>
            <p:ph type="ftr" sz="quarter" idx="11"/>
          </p:nvPr>
        </p:nvSpPr>
        <p:spPr/>
        <p:txBody>
          <a:bodyPr/>
          <a:lstStyle/>
          <a:p>
            <a:r>
              <a:rPr lang="en-US"/>
              <a:t>Copyrights 2024 CE-UIT. All Rights Reserved.</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2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5D7E87-33E4-774F-A870-A86FB4A2E684}" type="datetime3">
              <a:rPr lang="en-US" smtClean="0"/>
              <a:t>7 July 2026</a:t>
            </a:fld>
            <a:endParaRPr lang="en-US" dirty="0"/>
          </a:p>
        </p:txBody>
      </p:sp>
      <p:sp>
        <p:nvSpPr>
          <p:cNvPr id="3" name="Footer Placeholder 2"/>
          <p:cNvSpPr>
            <a:spLocks noGrp="1"/>
          </p:cNvSpPr>
          <p:nvPr>
            <p:ph type="ftr" sz="quarter" idx="11"/>
          </p:nvPr>
        </p:nvSpPr>
        <p:spPr/>
        <p:txBody>
          <a:bodyPr/>
          <a:lstStyle/>
          <a:p>
            <a:r>
              <a:rPr lang="en-US"/>
              <a:t>Copyrights 2024 CE-UIT. All Rights Reserved.</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2769587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5D7E87-33E4-774F-A870-A86FB4A2E684}" type="datetime3">
              <a:rPr lang="en-US" smtClean="0"/>
              <a:t>7 July 2026</a:t>
            </a:fld>
            <a:endParaRPr lang="en-US" dirty="0"/>
          </a:p>
        </p:txBody>
      </p:sp>
      <p:sp>
        <p:nvSpPr>
          <p:cNvPr id="3" name="Footer Placeholder 2"/>
          <p:cNvSpPr>
            <a:spLocks noGrp="1"/>
          </p:cNvSpPr>
          <p:nvPr>
            <p:ph type="ftr" sz="quarter" idx="11"/>
          </p:nvPr>
        </p:nvSpPr>
        <p:spPr/>
        <p:txBody>
          <a:bodyPr/>
          <a:lstStyle/>
          <a:p>
            <a:r>
              <a:rPr lang="en-US"/>
              <a:t>Copyrights 2024 CE-UIT. All Rights Reserved.</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2429712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7226" y="1248198"/>
            <a:ext cx="4114799" cy="1399587"/>
          </a:xfrm>
        </p:spPr>
        <p:txBody>
          <a:bodyPr anchor="ctr">
            <a:noAutofit/>
          </a:bodyPr>
          <a:lstStyle>
            <a:lvl1pPr marL="0" indent="0" algn="l" defTabSz="914400" rtl="0" eaLnBrk="1" latinLnBrk="0" hangingPunct="1">
              <a:lnSpc>
                <a:spcPct val="90000"/>
              </a:lnSpc>
              <a:spcBef>
                <a:spcPct val="0"/>
              </a:spcBef>
              <a:buFont typeface="+mj-lt"/>
              <a:buNone/>
              <a:defRPr lang="en-US" sz="4000" b="1" kern="1200" dirty="0">
                <a:gradFill flip="none" rotWithShape="1">
                  <a:gsLst>
                    <a:gs pos="0">
                      <a:schemeClr val="accent4">
                        <a:lumMod val="75000"/>
                      </a:schemeClr>
                    </a:gs>
                    <a:gs pos="100000">
                      <a:schemeClr val="accent3">
                        <a:lumMod val="75000"/>
                      </a:schemeClr>
                    </a:gs>
                  </a:gsLst>
                  <a:lin ang="16200000" scaled="1"/>
                  <a:tileRect/>
                </a:gradFill>
                <a:latin typeface="+mj-lt"/>
                <a:ea typeface="+mj-ea"/>
                <a:cs typeface="+mj-cs"/>
              </a:defRPr>
            </a:lvl1pPr>
          </a:lstStyle>
          <a:p>
            <a:r>
              <a:rPr lang="en-US" dirty="0"/>
              <a:t>Click to edit Master title style</a:t>
            </a:r>
          </a:p>
        </p:txBody>
      </p:sp>
      <p:sp>
        <p:nvSpPr>
          <p:cNvPr id="3" name="Content Placeholder 2"/>
          <p:cNvSpPr>
            <a:spLocks noGrp="1"/>
          </p:cNvSpPr>
          <p:nvPr>
            <p:ph idx="1"/>
          </p:nvPr>
        </p:nvSpPr>
        <p:spPr>
          <a:xfrm>
            <a:off x="5183188" y="1247490"/>
            <a:ext cx="6325038" cy="478855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57226" y="2777068"/>
            <a:ext cx="4114799" cy="326691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0AC5163-90AE-AD4E-90CC-EF8132230884}" type="datetime3">
              <a:rPr lang="en-US" smtClean="0"/>
              <a:t>7 July 2026</a:t>
            </a:fld>
            <a:endParaRPr lang="en-US" dirty="0"/>
          </a:p>
        </p:txBody>
      </p:sp>
      <p:sp>
        <p:nvSpPr>
          <p:cNvPr id="6" name="Footer Placeholder 5"/>
          <p:cNvSpPr>
            <a:spLocks noGrp="1"/>
          </p:cNvSpPr>
          <p:nvPr>
            <p:ph type="ftr" sz="quarter" idx="11"/>
          </p:nvPr>
        </p:nvSpPr>
        <p:spPr/>
        <p:txBody>
          <a:bodyPr/>
          <a:lstStyle/>
          <a:p>
            <a:r>
              <a:rPr lang="en-US"/>
              <a:t>Copyrights 2024 CE-UIT. All Rights Reserved.</a:t>
            </a:r>
            <a:endParaRPr lang="en-US" dirty="0"/>
          </a:p>
        </p:txBody>
      </p:sp>
      <p:sp>
        <p:nvSpPr>
          <p:cNvPr id="8" name="Rectangle 7">
            <a:extLst>
              <a:ext uri="{FF2B5EF4-FFF2-40B4-BE49-F238E27FC236}">
                <a16:creationId xmlns:a16="http://schemas.microsoft.com/office/drawing/2014/main" id="{49F4E612-1058-8C98-5698-29AC0F96CCFC}"/>
              </a:ext>
            </a:extLst>
          </p:cNvPr>
          <p:cNvSpPr/>
          <p:nvPr userDrawn="1"/>
        </p:nvSpPr>
        <p:spPr>
          <a:xfrm rot="5400000">
            <a:off x="5778985" y="-5780045"/>
            <a:ext cx="631552" cy="12194479"/>
          </a:xfrm>
          <a:prstGeom prst="rect">
            <a:avLst/>
          </a:prstGeom>
          <a:gradFill>
            <a:gsLst>
              <a:gs pos="0">
                <a:srgbClr val="38EF7D"/>
              </a:gs>
              <a:gs pos="100000">
                <a:srgbClr val="11998E"/>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Rectangle 8">
            <a:extLst>
              <a:ext uri="{FF2B5EF4-FFF2-40B4-BE49-F238E27FC236}">
                <a16:creationId xmlns:a16="http://schemas.microsoft.com/office/drawing/2014/main" id="{7A6C02E4-C8F1-CFE1-7D10-8623040C9C70}"/>
              </a:ext>
            </a:extLst>
          </p:cNvPr>
          <p:cNvSpPr/>
          <p:nvPr userDrawn="1"/>
        </p:nvSpPr>
        <p:spPr>
          <a:xfrm rot="5400000" flipV="1">
            <a:off x="5778984" y="-5781463"/>
            <a:ext cx="631552" cy="12194479"/>
          </a:xfrm>
          <a:prstGeom prst="rect">
            <a:avLst/>
          </a:prstGeom>
          <a:blipFill>
            <a:blip r:embed="rId2" cstate="print">
              <a:extLst>
                <a:ext uri="{28A0092B-C50C-407E-A947-70E740481C1C}">
                  <a14:useLocalDpi xmlns:a14="http://schemas.microsoft.com/office/drawing/2010/main"/>
                </a:ext>
              </a:extLst>
            </a:blip>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0" name="TextBox 9">
            <a:extLst>
              <a:ext uri="{FF2B5EF4-FFF2-40B4-BE49-F238E27FC236}">
                <a16:creationId xmlns:a16="http://schemas.microsoft.com/office/drawing/2014/main" id="{3D41C53F-A49B-53F0-C3F1-679406363096}"/>
              </a:ext>
            </a:extLst>
          </p:cNvPr>
          <p:cNvSpPr txBox="1"/>
          <p:nvPr userDrawn="1"/>
        </p:nvSpPr>
        <p:spPr>
          <a:xfrm>
            <a:off x="240281" y="141423"/>
            <a:ext cx="7420291" cy="337383"/>
          </a:xfrm>
          <a:prstGeom prst="rect">
            <a:avLst/>
          </a:prstGeom>
          <a:noFill/>
        </p:spPr>
        <p:txBody>
          <a:bodyPr wrap="none" rtlCol="0">
            <a:spAutoFit/>
          </a:bodyPr>
          <a:lstStyle/>
          <a:p>
            <a:r>
              <a:rPr lang="en-VN" sz="1600" b="1" dirty="0">
                <a:solidFill>
                  <a:schemeClr val="bg1"/>
                </a:solidFill>
              </a:rPr>
              <a:t>FACULTY OF COMPUTER ENGINEERING</a:t>
            </a:r>
          </a:p>
        </p:txBody>
      </p:sp>
      <p:grpSp>
        <p:nvGrpSpPr>
          <p:cNvPr id="11" name="Group 10">
            <a:extLst>
              <a:ext uri="{FF2B5EF4-FFF2-40B4-BE49-F238E27FC236}">
                <a16:creationId xmlns:a16="http://schemas.microsoft.com/office/drawing/2014/main" id="{B4D11EC5-BDDA-E9D0-4DEA-3DF925376418}"/>
              </a:ext>
            </a:extLst>
          </p:cNvPr>
          <p:cNvGrpSpPr/>
          <p:nvPr userDrawn="1"/>
        </p:nvGrpSpPr>
        <p:grpSpPr>
          <a:xfrm>
            <a:off x="4479985" y="241694"/>
            <a:ext cx="3232030" cy="768394"/>
            <a:chOff x="4280055" y="84406"/>
            <a:chExt cx="3631889" cy="863458"/>
          </a:xfrm>
        </p:grpSpPr>
        <p:sp>
          <p:nvSpPr>
            <p:cNvPr id="12" name="Rounded Rectangle 11">
              <a:extLst>
                <a:ext uri="{FF2B5EF4-FFF2-40B4-BE49-F238E27FC236}">
                  <a16:creationId xmlns:a16="http://schemas.microsoft.com/office/drawing/2014/main" id="{1D52B6A8-0087-00B0-3232-F07D0531A071}"/>
                </a:ext>
              </a:extLst>
            </p:cNvPr>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3" name="Rounded Rectangle 12">
              <a:extLst>
                <a:ext uri="{FF2B5EF4-FFF2-40B4-BE49-F238E27FC236}">
                  <a16:creationId xmlns:a16="http://schemas.microsoft.com/office/drawing/2014/main" id="{4A6EF4E7-68D7-4757-F5BC-40A00600395C}"/>
                </a:ext>
              </a:extLst>
            </p:cNvPr>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14" name="Picture 13" descr="Icon&#10;&#10;Description automatically generated with medium confidence">
              <a:extLst>
                <a:ext uri="{FF2B5EF4-FFF2-40B4-BE49-F238E27FC236}">
                  <a16:creationId xmlns:a16="http://schemas.microsoft.com/office/drawing/2014/main" id="{FF366716-D0A3-BA9D-EAEF-1DD9CCC2F250}"/>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315084" y="84406"/>
              <a:ext cx="871486" cy="863458"/>
            </a:xfrm>
            <a:prstGeom prst="rect">
              <a:avLst/>
            </a:prstGeom>
          </p:spPr>
        </p:pic>
        <p:pic>
          <p:nvPicPr>
            <p:cNvPr id="15" name="Picture 14" descr="A picture containing clipart, vector graphics&#10;&#10;Description automatically generated">
              <a:extLst>
                <a:ext uri="{FF2B5EF4-FFF2-40B4-BE49-F238E27FC236}">
                  <a16:creationId xmlns:a16="http://schemas.microsoft.com/office/drawing/2014/main" id="{B3C5B766-CE3D-A784-0576-67400911DFFB}"/>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5005430" y="111027"/>
              <a:ext cx="979518" cy="810216"/>
            </a:xfrm>
            <a:prstGeom prst="rect">
              <a:avLst/>
            </a:prstGeom>
          </p:spPr>
        </p:pic>
      </p:grpSp>
      <p:grpSp>
        <p:nvGrpSpPr>
          <p:cNvPr id="16" name="Group 15">
            <a:extLst>
              <a:ext uri="{FF2B5EF4-FFF2-40B4-BE49-F238E27FC236}">
                <a16:creationId xmlns:a16="http://schemas.microsoft.com/office/drawing/2014/main" id="{ECC0EBB2-4B0D-F995-4530-D9916005BC53}"/>
              </a:ext>
            </a:extLst>
          </p:cNvPr>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17" name="Oval 16">
              <a:extLst>
                <a:ext uri="{FF2B5EF4-FFF2-40B4-BE49-F238E27FC236}">
                  <a16:creationId xmlns:a16="http://schemas.microsoft.com/office/drawing/2014/main" id="{3F1E5B57-26E0-13A1-B4C3-FBB674F761F8}"/>
                </a:ext>
              </a:extLst>
            </p:cNvPr>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8" name="Oval 17">
              <a:extLst>
                <a:ext uri="{FF2B5EF4-FFF2-40B4-BE49-F238E27FC236}">
                  <a16:creationId xmlns:a16="http://schemas.microsoft.com/office/drawing/2014/main" id="{601CDAB9-F5F1-D42C-1271-4A7D18D9DC06}"/>
                </a:ext>
              </a:extLst>
            </p:cNvPr>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sp>
        <p:nvSpPr>
          <p:cNvPr id="19" name="Freeform 18">
            <a:extLst>
              <a:ext uri="{FF2B5EF4-FFF2-40B4-BE49-F238E27FC236}">
                <a16:creationId xmlns:a16="http://schemas.microsoft.com/office/drawing/2014/main" id="{2AB873A6-A6DD-3337-0E8F-2FC03C939D1C}"/>
              </a:ext>
            </a:extLst>
          </p:cNvPr>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
        <p:nvSpPr>
          <p:cNvPr id="7" name="Slide Number Placeholder 6"/>
          <p:cNvSpPr>
            <a:spLocks noGrp="1"/>
          </p:cNvSpPr>
          <p:nvPr>
            <p:ph type="sldNum" sz="quarter" idx="12"/>
          </p:nvPr>
        </p:nvSpPr>
        <p:spPr>
          <a:xfrm>
            <a:off x="10409692" y="6356350"/>
            <a:ext cx="2743200" cy="365125"/>
          </a:xfrm>
        </p:spPr>
        <p:txBody>
          <a:bodyPr/>
          <a:lstStyle>
            <a:lvl1pPr algn="ctr">
              <a:defRPr b="1">
                <a:solidFill>
                  <a:schemeClr val="bg1"/>
                </a:solidFill>
              </a:defRPr>
            </a:lvl1pPr>
          </a:lstStyle>
          <a:p>
            <a:fld id="{48F63A3B-78C7-47BE-AE5E-E10140E04643}" type="slidenum">
              <a:rPr lang="en-US" smtClean="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7226" y="1270699"/>
            <a:ext cx="4114799" cy="1162180"/>
          </a:xfrm>
        </p:spPr>
        <p:txBody>
          <a:bodyPr anchor="ctr">
            <a:noAutofit/>
          </a:bodyPr>
          <a:lstStyle>
            <a:lvl1pPr marL="0" indent="0" algn="l" defTabSz="914400" rtl="0" eaLnBrk="1" latinLnBrk="0" hangingPunct="1">
              <a:lnSpc>
                <a:spcPct val="90000"/>
              </a:lnSpc>
              <a:spcBef>
                <a:spcPct val="0"/>
              </a:spcBef>
              <a:buFont typeface="+mj-lt"/>
              <a:buNone/>
              <a:defRPr lang="en-US" sz="4000" b="1" kern="1200" dirty="0">
                <a:gradFill flip="none" rotWithShape="1">
                  <a:gsLst>
                    <a:gs pos="0">
                      <a:schemeClr val="accent4">
                        <a:lumMod val="75000"/>
                      </a:schemeClr>
                    </a:gs>
                    <a:gs pos="100000">
                      <a:schemeClr val="accent3">
                        <a:lumMod val="75000"/>
                      </a:schemeClr>
                    </a:gs>
                  </a:gsLst>
                  <a:lin ang="16200000" scaled="1"/>
                  <a:tileRect/>
                </a:gradFill>
                <a:latin typeface="+mj-lt"/>
                <a:ea typeface="+mj-ea"/>
                <a:cs typeface="+mj-cs"/>
              </a:defRPr>
            </a:lvl1pPr>
          </a:lstStyle>
          <a:p>
            <a:r>
              <a:rPr lang="en-US" dirty="0"/>
              <a:t>Click to edit Master title style</a:t>
            </a:r>
          </a:p>
        </p:txBody>
      </p:sp>
      <p:sp>
        <p:nvSpPr>
          <p:cNvPr id="3" name="Picture Placeholder 2"/>
          <p:cNvSpPr>
            <a:spLocks noGrp="1" noChangeAspect="1"/>
          </p:cNvSpPr>
          <p:nvPr>
            <p:ph type="pic" idx="1"/>
          </p:nvPr>
        </p:nvSpPr>
        <p:spPr>
          <a:xfrm>
            <a:off x="5183188" y="1270699"/>
            <a:ext cx="6325038" cy="479649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57226" y="2561454"/>
            <a:ext cx="4114799" cy="35057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CD3818E-E997-CB43-BA3A-7A12F66A1845}" type="datetime3">
              <a:rPr lang="en-US" smtClean="0"/>
              <a:t>7 July 2026</a:t>
            </a:fld>
            <a:endParaRPr lang="en-US" dirty="0"/>
          </a:p>
        </p:txBody>
      </p:sp>
      <p:sp>
        <p:nvSpPr>
          <p:cNvPr id="6" name="Footer Placeholder 5"/>
          <p:cNvSpPr>
            <a:spLocks noGrp="1"/>
          </p:cNvSpPr>
          <p:nvPr>
            <p:ph type="ftr" sz="quarter" idx="11"/>
          </p:nvPr>
        </p:nvSpPr>
        <p:spPr/>
        <p:txBody>
          <a:bodyPr/>
          <a:lstStyle/>
          <a:p>
            <a:r>
              <a:rPr lang="en-US"/>
              <a:t>Copyrights 2024 CE-UIT. All Rights Reserved.</a:t>
            </a:r>
            <a:endParaRPr lang="en-US" dirty="0"/>
          </a:p>
        </p:txBody>
      </p:sp>
      <p:sp>
        <p:nvSpPr>
          <p:cNvPr id="8" name="Rectangle 7">
            <a:extLst>
              <a:ext uri="{FF2B5EF4-FFF2-40B4-BE49-F238E27FC236}">
                <a16:creationId xmlns:a16="http://schemas.microsoft.com/office/drawing/2014/main" id="{3E772E24-BD94-18AA-FD01-31FA7CF5560F}"/>
              </a:ext>
            </a:extLst>
          </p:cNvPr>
          <p:cNvSpPr/>
          <p:nvPr userDrawn="1"/>
        </p:nvSpPr>
        <p:spPr>
          <a:xfrm rot="5400000">
            <a:off x="5778985" y="-5780045"/>
            <a:ext cx="631552" cy="12194479"/>
          </a:xfrm>
          <a:prstGeom prst="rect">
            <a:avLst/>
          </a:prstGeom>
          <a:gradFill>
            <a:gsLst>
              <a:gs pos="0">
                <a:srgbClr val="38EF7D"/>
              </a:gs>
              <a:gs pos="100000">
                <a:srgbClr val="11998E"/>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Rectangle 8">
            <a:extLst>
              <a:ext uri="{FF2B5EF4-FFF2-40B4-BE49-F238E27FC236}">
                <a16:creationId xmlns:a16="http://schemas.microsoft.com/office/drawing/2014/main" id="{BBE4A83D-52D2-F989-EF30-67F8142259A4}"/>
              </a:ext>
            </a:extLst>
          </p:cNvPr>
          <p:cNvSpPr/>
          <p:nvPr userDrawn="1"/>
        </p:nvSpPr>
        <p:spPr>
          <a:xfrm rot="5400000" flipV="1">
            <a:off x="5778984" y="-5781463"/>
            <a:ext cx="631552" cy="12194479"/>
          </a:xfrm>
          <a:prstGeom prst="rect">
            <a:avLst/>
          </a:prstGeom>
          <a:blipFill>
            <a:blip r:embed="rId2" cstate="print">
              <a:extLst>
                <a:ext uri="{28A0092B-C50C-407E-A947-70E740481C1C}">
                  <a14:useLocalDpi xmlns:a14="http://schemas.microsoft.com/office/drawing/2010/main"/>
                </a:ext>
              </a:extLst>
            </a:blip>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0" name="TextBox 9">
            <a:extLst>
              <a:ext uri="{FF2B5EF4-FFF2-40B4-BE49-F238E27FC236}">
                <a16:creationId xmlns:a16="http://schemas.microsoft.com/office/drawing/2014/main" id="{CC0737FF-EF11-8E07-04CA-FAD856E16DB6}"/>
              </a:ext>
            </a:extLst>
          </p:cNvPr>
          <p:cNvSpPr txBox="1"/>
          <p:nvPr userDrawn="1"/>
        </p:nvSpPr>
        <p:spPr>
          <a:xfrm>
            <a:off x="240281" y="141423"/>
            <a:ext cx="7420291" cy="337383"/>
          </a:xfrm>
          <a:prstGeom prst="rect">
            <a:avLst/>
          </a:prstGeom>
          <a:noFill/>
        </p:spPr>
        <p:txBody>
          <a:bodyPr wrap="none" rtlCol="0">
            <a:spAutoFit/>
          </a:bodyPr>
          <a:lstStyle/>
          <a:p>
            <a:r>
              <a:rPr lang="en-VN" sz="1600" b="1" dirty="0">
                <a:solidFill>
                  <a:schemeClr val="bg1"/>
                </a:solidFill>
              </a:rPr>
              <a:t>FACULTY OF COMPUTER ENGINEERING</a:t>
            </a:r>
          </a:p>
        </p:txBody>
      </p:sp>
      <p:grpSp>
        <p:nvGrpSpPr>
          <p:cNvPr id="11" name="Group 10">
            <a:extLst>
              <a:ext uri="{FF2B5EF4-FFF2-40B4-BE49-F238E27FC236}">
                <a16:creationId xmlns:a16="http://schemas.microsoft.com/office/drawing/2014/main" id="{0AD20DF5-E25A-3691-7DBA-3D6427D54E16}"/>
              </a:ext>
            </a:extLst>
          </p:cNvPr>
          <p:cNvGrpSpPr/>
          <p:nvPr userDrawn="1"/>
        </p:nvGrpSpPr>
        <p:grpSpPr>
          <a:xfrm>
            <a:off x="4479985" y="241694"/>
            <a:ext cx="3232030" cy="768394"/>
            <a:chOff x="4280055" y="84406"/>
            <a:chExt cx="3631889" cy="863458"/>
          </a:xfrm>
        </p:grpSpPr>
        <p:sp>
          <p:nvSpPr>
            <p:cNvPr id="12" name="Rounded Rectangle 11">
              <a:extLst>
                <a:ext uri="{FF2B5EF4-FFF2-40B4-BE49-F238E27FC236}">
                  <a16:creationId xmlns:a16="http://schemas.microsoft.com/office/drawing/2014/main" id="{667AD773-D1F6-2C2E-459A-06DB6685C3FB}"/>
                </a:ext>
              </a:extLst>
            </p:cNvPr>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3" name="Rounded Rectangle 12">
              <a:extLst>
                <a:ext uri="{FF2B5EF4-FFF2-40B4-BE49-F238E27FC236}">
                  <a16:creationId xmlns:a16="http://schemas.microsoft.com/office/drawing/2014/main" id="{638EDDB1-984D-1061-4FC7-D2B6F17C5211}"/>
                </a:ext>
              </a:extLst>
            </p:cNvPr>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14" name="Picture 13" descr="Icon&#10;&#10;Description automatically generated with medium confidence">
              <a:extLst>
                <a:ext uri="{FF2B5EF4-FFF2-40B4-BE49-F238E27FC236}">
                  <a16:creationId xmlns:a16="http://schemas.microsoft.com/office/drawing/2014/main" id="{E076CEEA-0F0E-CB1E-716A-FD615E82AB39}"/>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315084" y="84406"/>
              <a:ext cx="871486" cy="863458"/>
            </a:xfrm>
            <a:prstGeom prst="rect">
              <a:avLst/>
            </a:prstGeom>
          </p:spPr>
        </p:pic>
        <p:pic>
          <p:nvPicPr>
            <p:cNvPr id="15" name="Picture 14" descr="A picture containing clipart, vector graphics&#10;&#10;Description automatically generated">
              <a:extLst>
                <a:ext uri="{FF2B5EF4-FFF2-40B4-BE49-F238E27FC236}">
                  <a16:creationId xmlns:a16="http://schemas.microsoft.com/office/drawing/2014/main" id="{AE0E7314-9B82-0D4E-10FD-26E7AC94AE86}"/>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5005430" y="111027"/>
              <a:ext cx="979518" cy="810216"/>
            </a:xfrm>
            <a:prstGeom prst="rect">
              <a:avLst/>
            </a:prstGeom>
          </p:spPr>
        </p:pic>
      </p:grpSp>
      <p:grpSp>
        <p:nvGrpSpPr>
          <p:cNvPr id="16" name="Group 15">
            <a:extLst>
              <a:ext uri="{FF2B5EF4-FFF2-40B4-BE49-F238E27FC236}">
                <a16:creationId xmlns:a16="http://schemas.microsoft.com/office/drawing/2014/main" id="{A87DE05D-821F-6133-B08D-FBA35FA266C4}"/>
              </a:ext>
            </a:extLst>
          </p:cNvPr>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17" name="Oval 16">
              <a:extLst>
                <a:ext uri="{FF2B5EF4-FFF2-40B4-BE49-F238E27FC236}">
                  <a16:creationId xmlns:a16="http://schemas.microsoft.com/office/drawing/2014/main" id="{C20B1677-C94F-846B-77EE-9A193D11F54B}"/>
                </a:ext>
              </a:extLst>
            </p:cNvPr>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8" name="Oval 17">
              <a:extLst>
                <a:ext uri="{FF2B5EF4-FFF2-40B4-BE49-F238E27FC236}">
                  <a16:creationId xmlns:a16="http://schemas.microsoft.com/office/drawing/2014/main" id="{65A92C3F-4715-4909-6588-378EC050C246}"/>
                </a:ext>
              </a:extLst>
            </p:cNvPr>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sp>
        <p:nvSpPr>
          <p:cNvPr id="19" name="Freeform 18">
            <a:extLst>
              <a:ext uri="{FF2B5EF4-FFF2-40B4-BE49-F238E27FC236}">
                <a16:creationId xmlns:a16="http://schemas.microsoft.com/office/drawing/2014/main" id="{AC99D0E8-C446-4E6E-2E7F-3C5E6A007D9D}"/>
              </a:ext>
            </a:extLst>
          </p:cNvPr>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
        <p:nvSpPr>
          <p:cNvPr id="7" name="Slide Number Placeholder 6"/>
          <p:cNvSpPr>
            <a:spLocks noGrp="1"/>
          </p:cNvSpPr>
          <p:nvPr>
            <p:ph type="sldNum" sz="quarter" idx="12"/>
          </p:nvPr>
        </p:nvSpPr>
        <p:spPr>
          <a:xfrm>
            <a:off x="10409692" y="6356350"/>
            <a:ext cx="2743200" cy="365125"/>
          </a:xfrm>
        </p:spPr>
        <p:txBody>
          <a:bodyPr/>
          <a:lstStyle>
            <a:lvl1pPr algn="ctr">
              <a:defRPr b="1">
                <a:solidFill>
                  <a:schemeClr val="bg1"/>
                </a:solidFill>
              </a:defRPr>
            </a:lvl1pPr>
          </a:lstStyle>
          <a:p>
            <a:fld id="{48F63A3B-78C7-47BE-AE5E-E10140E04643}" type="slidenum">
              <a:rPr lang="en-US" smtClean="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929761"/>
            <a:ext cx="10515600" cy="776548"/>
          </a:xfrm>
        </p:spPr>
        <p:txBody>
          <a:bodyPr>
            <a:normAutofit/>
          </a:bodyPr>
          <a:lstStyle>
            <a:lvl1pPr marL="0" indent="0" algn="l" defTabSz="914400" rtl="0" eaLnBrk="1" latinLnBrk="0" hangingPunct="1">
              <a:lnSpc>
                <a:spcPct val="90000"/>
              </a:lnSpc>
              <a:spcBef>
                <a:spcPct val="0"/>
              </a:spcBef>
              <a:buFont typeface="+mj-lt"/>
              <a:buNone/>
              <a:defRPr lang="en-US" sz="4400" b="1" kern="1200" dirty="0">
                <a:gradFill flip="none" rotWithShape="1">
                  <a:gsLst>
                    <a:gs pos="0">
                      <a:schemeClr val="accent4">
                        <a:lumMod val="75000"/>
                      </a:schemeClr>
                    </a:gs>
                    <a:gs pos="100000">
                      <a:schemeClr val="accent3">
                        <a:lumMod val="75000"/>
                      </a:schemeClr>
                    </a:gs>
                  </a:gsLst>
                  <a:lin ang="16200000" scaled="1"/>
                  <a:tileRect/>
                </a:gradFill>
                <a:latin typeface="+mj-lt"/>
                <a:ea typeface="+mj-ea"/>
                <a:cs typeface="+mj-cs"/>
              </a:defRPr>
            </a:lvl1pPr>
          </a:lstStyle>
          <a:p>
            <a:r>
              <a:rPr lang="en-US" dirty="0"/>
              <a:t>Click to edit Master title style</a:t>
            </a:r>
          </a:p>
        </p:txBody>
      </p:sp>
      <p:sp>
        <p:nvSpPr>
          <p:cNvPr id="3" name="Vertical Text Placeholder 2"/>
          <p:cNvSpPr>
            <a:spLocks noGrp="1"/>
          </p:cNvSpPr>
          <p:nvPr>
            <p:ph type="body" orient="vert" idx="1"/>
          </p:nvPr>
        </p:nvSpPr>
        <p:spPr>
          <a:xfrm>
            <a:off x="838200" y="1792404"/>
            <a:ext cx="10515600" cy="438455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6C75B1-5554-9E4B-9A38-5905F72F5940}" type="datetime3">
              <a:rPr lang="en-US" smtClean="0"/>
              <a:t>7 July 2026</a:t>
            </a:fld>
            <a:endParaRPr lang="en-US" dirty="0"/>
          </a:p>
        </p:txBody>
      </p:sp>
      <p:sp>
        <p:nvSpPr>
          <p:cNvPr id="5" name="Footer Placeholder 4"/>
          <p:cNvSpPr>
            <a:spLocks noGrp="1"/>
          </p:cNvSpPr>
          <p:nvPr>
            <p:ph type="ftr" sz="quarter" idx="11"/>
          </p:nvPr>
        </p:nvSpPr>
        <p:spPr/>
        <p:txBody>
          <a:bodyPr/>
          <a:lstStyle/>
          <a:p>
            <a:r>
              <a:rPr lang="en-US"/>
              <a:t>Copyrights 2024 CE-UIT. All Rights Reserved.</a:t>
            </a:r>
            <a:endParaRPr lang="en-US" dirty="0"/>
          </a:p>
        </p:txBody>
      </p:sp>
      <p:sp>
        <p:nvSpPr>
          <p:cNvPr id="7" name="Rectangle 6">
            <a:extLst>
              <a:ext uri="{FF2B5EF4-FFF2-40B4-BE49-F238E27FC236}">
                <a16:creationId xmlns:a16="http://schemas.microsoft.com/office/drawing/2014/main" id="{5BDC0A23-1328-52C6-A081-D12BD93902E5}"/>
              </a:ext>
            </a:extLst>
          </p:cNvPr>
          <p:cNvSpPr/>
          <p:nvPr userDrawn="1"/>
        </p:nvSpPr>
        <p:spPr>
          <a:xfrm rot="5400000">
            <a:off x="5778985" y="-5780045"/>
            <a:ext cx="631552" cy="12194479"/>
          </a:xfrm>
          <a:prstGeom prst="rect">
            <a:avLst/>
          </a:prstGeom>
          <a:gradFill>
            <a:gsLst>
              <a:gs pos="0">
                <a:srgbClr val="38EF7D"/>
              </a:gs>
              <a:gs pos="100000">
                <a:srgbClr val="11998E"/>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Rectangle 7">
            <a:extLst>
              <a:ext uri="{FF2B5EF4-FFF2-40B4-BE49-F238E27FC236}">
                <a16:creationId xmlns:a16="http://schemas.microsoft.com/office/drawing/2014/main" id="{A5CE3DD9-51D1-E19D-3E06-90C65EDEDC8F}"/>
              </a:ext>
            </a:extLst>
          </p:cNvPr>
          <p:cNvSpPr/>
          <p:nvPr userDrawn="1"/>
        </p:nvSpPr>
        <p:spPr>
          <a:xfrm rot="5400000" flipV="1">
            <a:off x="5778984" y="-5781463"/>
            <a:ext cx="631552" cy="12194479"/>
          </a:xfrm>
          <a:prstGeom prst="rect">
            <a:avLst/>
          </a:prstGeom>
          <a:blipFill>
            <a:blip r:embed="rId2" cstate="print">
              <a:extLst>
                <a:ext uri="{28A0092B-C50C-407E-A947-70E740481C1C}">
                  <a14:useLocalDpi xmlns:a14="http://schemas.microsoft.com/office/drawing/2010/main"/>
                </a:ext>
              </a:extLst>
            </a:blip>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TextBox 8">
            <a:extLst>
              <a:ext uri="{FF2B5EF4-FFF2-40B4-BE49-F238E27FC236}">
                <a16:creationId xmlns:a16="http://schemas.microsoft.com/office/drawing/2014/main" id="{22BB84F3-1D66-E2E8-E826-723A4E767341}"/>
              </a:ext>
            </a:extLst>
          </p:cNvPr>
          <p:cNvSpPr txBox="1"/>
          <p:nvPr userDrawn="1"/>
        </p:nvSpPr>
        <p:spPr>
          <a:xfrm>
            <a:off x="240281" y="141423"/>
            <a:ext cx="7420291" cy="337383"/>
          </a:xfrm>
          <a:prstGeom prst="rect">
            <a:avLst/>
          </a:prstGeom>
          <a:noFill/>
        </p:spPr>
        <p:txBody>
          <a:bodyPr wrap="none" rtlCol="0">
            <a:spAutoFit/>
          </a:bodyPr>
          <a:lstStyle/>
          <a:p>
            <a:r>
              <a:rPr lang="en-VN" sz="1600" b="1" dirty="0">
                <a:solidFill>
                  <a:schemeClr val="bg1"/>
                </a:solidFill>
              </a:rPr>
              <a:t>FACULTY OF COMPUTER ENGINEERING</a:t>
            </a:r>
          </a:p>
        </p:txBody>
      </p:sp>
      <p:grpSp>
        <p:nvGrpSpPr>
          <p:cNvPr id="10" name="Group 9">
            <a:extLst>
              <a:ext uri="{FF2B5EF4-FFF2-40B4-BE49-F238E27FC236}">
                <a16:creationId xmlns:a16="http://schemas.microsoft.com/office/drawing/2014/main" id="{BCEAF201-E1DC-4486-4B93-4B7F751A4654}"/>
              </a:ext>
            </a:extLst>
          </p:cNvPr>
          <p:cNvGrpSpPr/>
          <p:nvPr userDrawn="1"/>
        </p:nvGrpSpPr>
        <p:grpSpPr>
          <a:xfrm>
            <a:off x="4479985" y="241694"/>
            <a:ext cx="3232030" cy="768394"/>
            <a:chOff x="4280055" y="84406"/>
            <a:chExt cx="3631889" cy="863458"/>
          </a:xfrm>
        </p:grpSpPr>
        <p:sp>
          <p:nvSpPr>
            <p:cNvPr id="11" name="Rounded Rectangle 10">
              <a:extLst>
                <a:ext uri="{FF2B5EF4-FFF2-40B4-BE49-F238E27FC236}">
                  <a16:creationId xmlns:a16="http://schemas.microsoft.com/office/drawing/2014/main" id="{E5497DE0-0B16-BC6B-6FF5-9B929CD769D5}"/>
                </a:ext>
              </a:extLst>
            </p:cNvPr>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2" name="Rounded Rectangle 11">
              <a:extLst>
                <a:ext uri="{FF2B5EF4-FFF2-40B4-BE49-F238E27FC236}">
                  <a16:creationId xmlns:a16="http://schemas.microsoft.com/office/drawing/2014/main" id="{329FDB57-B8ED-7771-901B-1E7618CEFA1A}"/>
                </a:ext>
              </a:extLst>
            </p:cNvPr>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13" name="Picture 12" descr="Icon&#10;&#10;Description automatically generated with medium confidence">
              <a:extLst>
                <a:ext uri="{FF2B5EF4-FFF2-40B4-BE49-F238E27FC236}">
                  <a16:creationId xmlns:a16="http://schemas.microsoft.com/office/drawing/2014/main" id="{70695794-09CF-65D2-FE84-CDEAC81942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315084" y="84406"/>
              <a:ext cx="871486" cy="863458"/>
            </a:xfrm>
            <a:prstGeom prst="rect">
              <a:avLst/>
            </a:prstGeom>
          </p:spPr>
        </p:pic>
        <p:pic>
          <p:nvPicPr>
            <p:cNvPr id="14" name="Picture 13" descr="A picture containing clipart, vector graphics&#10;&#10;Description automatically generated">
              <a:extLst>
                <a:ext uri="{FF2B5EF4-FFF2-40B4-BE49-F238E27FC236}">
                  <a16:creationId xmlns:a16="http://schemas.microsoft.com/office/drawing/2014/main" id="{07E79F0D-50D3-99AC-B977-26D27AD098B3}"/>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5005430" y="111027"/>
              <a:ext cx="979518" cy="810216"/>
            </a:xfrm>
            <a:prstGeom prst="rect">
              <a:avLst/>
            </a:prstGeom>
          </p:spPr>
        </p:pic>
      </p:grpSp>
      <p:grpSp>
        <p:nvGrpSpPr>
          <p:cNvPr id="15" name="Group 14">
            <a:extLst>
              <a:ext uri="{FF2B5EF4-FFF2-40B4-BE49-F238E27FC236}">
                <a16:creationId xmlns:a16="http://schemas.microsoft.com/office/drawing/2014/main" id="{F6E71496-B352-9AE6-2AFB-7F84245DBA7F}"/>
              </a:ext>
            </a:extLst>
          </p:cNvPr>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16" name="Oval 15">
              <a:extLst>
                <a:ext uri="{FF2B5EF4-FFF2-40B4-BE49-F238E27FC236}">
                  <a16:creationId xmlns:a16="http://schemas.microsoft.com/office/drawing/2014/main" id="{741E81DB-4E8D-E98B-BF91-1CFFC0BAEBDF}"/>
                </a:ext>
              </a:extLst>
            </p:cNvPr>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7" name="Oval 16">
              <a:extLst>
                <a:ext uri="{FF2B5EF4-FFF2-40B4-BE49-F238E27FC236}">
                  <a16:creationId xmlns:a16="http://schemas.microsoft.com/office/drawing/2014/main" id="{33025DD8-AFB9-10B6-DDE8-D2282F9E5CE3}"/>
                </a:ext>
              </a:extLst>
            </p:cNvPr>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sp>
        <p:nvSpPr>
          <p:cNvPr id="18" name="Freeform 17">
            <a:extLst>
              <a:ext uri="{FF2B5EF4-FFF2-40B4-BE49-F238E27FC236}">
                <a16:creationId xmlns:a16="http://schemas.microsoft.com/office/drawing/2014/main" id="{4F0D81A6-FA21-21F6-FF6F-EFBBD913E859}"/>
              </a:ext>
            </a:extLst>
          </p:cNvPr>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
        <p:nvSpPr>
          <p:cNvPr id="6" name="Slide Number Placeholder 5"/>
          <p:cNvSpPr>
            <a:spLocks noGrp="1"/>
          </p:cNvSpPr>
          <p:nvPr>
            <p:ph type="sldNum" sz="quarter" idx="12"/>
          </p:nvPr>
        </p:nvSpPr>
        <p:spPr>
          <a:xfrm>
            <a:off x="10409692" y="6356350"/>
            <a:ext cx="2743200" cy="365125"/>
          </a:xfrm>
        </p:spPr>
        <p:txBody>
          <a:bodyPr/>
          <a:lstStyle>
            <a:lvl1pPr algn="ctr">
              <a:defRPr b="1">
                <a:solidFill>
                  <a:schemeClr val="bg1"/>
                </a:solidFill>
              </a:defRPr>
            </a:lvl1pPr>
          </a:lstStyle>
          <a:p>
            <a:fld id="{48F63A3B-78C7-47BE-AE5E-E10140E04643}" type="slidenum">
              <a:rPr lang="en-US" smtClean="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1038421"/>
            <a:ext cx="2628900" cy="5138542"/>
          </a:xfrm>
        </p:spPr>
        <p:txBody>
          <a:bodyPr vert="eaVert">
            <a:normAutofit/>
          </a:bodyPr>
          <a:lstStyle>
            <a:lvl1pPr marL="0" indent="0" algn="l" defTabSz="914400" rtl="0" eaLnBrk="1" latinLnBrk="0" hangingPunct="1">
              <a:lnSpc>
                <a:spcPct val="90000"/>
              </a:lnSpc>
              <a:spcBef>
                <a:spcPct val="0"/>
              </a:spcBef>
              <a:buFont typeface="+mj-lt"/>
              <a:buNone/>
              <a:defRPr lang="en-US" sz="4400" b="1" kern="1200" dirty="0">
                <a:gradFill flip="none" rotWithShape="1">
                  <a:gsLst>
                    <a:gs pos="0">
                      <a:schemeClr val="accent4">
                        <a:lumMod val="75000"/>
                      </a:schemeClr>
                    </a:gs>
                    <a:gs pos="100000">
                      <a:schemeClr val="accent3">
                        <a:lumMod val="75000"/>
                      </a:schemeClr>
                    </a:gs>
                  </a:gsLst>
                  <a:lin ang="16200000" scaled="1"/>
                  <a:tileRect/>
                </a:gradFill>
                <a:latin typeface="+mj-lt"/>
                <a:ea typeface="+mj-ea"/>
                <a:cs typeface="+mj-cs"/>
              </a:defRPr>
            </a:lvl1pPr>
          </a:lstStyle>
          <a:p>
            <a:r>
              <a:rPr lang="en-US" dirty="0"/>
              <a:t>Click to edit Master title style</a:t>
            </a:r>
          </a:p>
        </p:txBody>
      </p:sp>
      <p:sp>
        <p:nvSpPr>
          <p:cNvPr id="3" name="Vertical Text Placeholder 2"/>
          <p:cNvSpPr>
            <a:spLocks noGrp="1"/>
          </p:cNvSpPr>
          <p:nvPr>
            <p:ph type="body" orient="vert" idx="1"/>
          </p:nvPr>
        </p:nvSpPr>
        <p:spPr>
          <a:xfrm>
            <a:off x="838200" y="1038421"/>
            <a:ext cx="7734300" cy="513854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B64986-AD58-F748-BD5B-19DAFB14C4B2}" type="datetime3">
              <a:rPr lang="en-US" smtClean="0"/>
              <a:t>7 July 2026</a:t>
            </a:fld>
            <a:endParaRPr lang="en-US" dirty="0"/>
          </a:p>
        </p:txBody>
      </p:sp>
      <p:sp>
        <p:nvSpPr>
          <p:cNvPr id="5" name="Footer Placeholder 4"/>
          <p:cNvSpPr>
            <a:spLocks noGrp="1"/>
          </p:cNvSpPr>
          <p:nvPr>
            <p:ph type="ftr" sz="quarter" idx="11"/>
          </p:nvPr>
        </p:nvSpPr>
        <p:spPr/>
        <p:txBody>
          <a:bodyPr/>
          <a:lstStyle/>
          <a:p>
            <a:r>
              <a:rPr lang="en-US"/>
              <a:t>Copyrights 2024 CE-UIT. All Rights Reserved.</a:t>
            </a:r>
            <a:endParaRPr lang="en-US" dirty="0"/>
          </a:p>
        </p:txBody>
      </p:sp>
      <p:sp>
        <p:nvSpPr>
          <p:cNvPr id="7" name="Rectangle 6">
            <a:extLst>
              <a:ext uri="{FF2B5EF4-FFF2-40B4-BE49-F238E27FC236}">
                <a16:creationId xmlns:a16="http://schemas.microsoft.com/office/drawing/2014/main" id="{9C7F3936-136F-C194-2C47-66CE68C8B563}"/>
              </a:ext>
            </a:extLst>
          </p:cNvPr>
          <p:cNvSpPr/>
          <p:nvPr userDrawn="1"/>
        </p:nvSpPr>
        <p:spPr>
          <a:xfrm rot="5400000">
            <a:off x="5778985" y="-5780045"/>
            <a:ext cx="631552" cy="12194479"/>
          </a:xfrm>
          <a:prstGeom prst="rect">
            <a:avLst/>
          </a:prstGeom>
          <a:gradFill>
            <a:gsLst>
              <a:gs pos="0">
                <a:srgbClr val="38EF7D"/>
              </a:gs>
              <a:gs pos="100000">
                <a:srgbClr val="11998E"/>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Rectangle 7">
            <a:extLst>
              <a:ext uri="{FF2B5EF4-FFF2-40B4-BE49-F238E27FC236}">
                <a16:creationId xmlns:a16="http://schemas.microsoft.com/office/drawing/2014/main" id="{0EAECB53-429D-BB1E-41F9-39259E111926}"/>
              </a:ext>
            </a:extLst>
          </p:cNvPr>
          <p:cNvSpPr/>
          <p:nvPr userDrawn="1"/>
        </p:nvSpPr>
        <p:spPr>
          <a:xfrm rot="5400000" flipV="1">
            <a:off x="5778984" y="-5781463"/>
            <a:ext cx="631552" cy="12194479"/>
          </a:xfrm>
          <a:prstGeom prst="rect">
            <a:avLst/>
          </a:prstGeom>
          <a:blipFill>
            <a:blip r:embed="rId2" cstate="print">
              <a:extLst>
                <a:ext uri="{28A0092B-C50C-407E-A947-70E740481C1C}">
                  <a14:useLocalDpi xmlns:a14="http://schemas.microsoft.com/office/drawing/2010/main"/>
                </a:ext>
              </a:extLst>
            </a:blip>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TextBox 8">
            <a:extLst>
              <a:ext uri="{FF2B5EF4-FFF2-40B4-BE49-F238E27FC236}">
                <a16:creationId xmlns:a16="http://schemas.microsoft.com/office/drawing/2014/main" id="{B302EFEB-91F7-F4A9-6DC7-57C29D79F9F9}"/>
              </a:ext>
            </a:extLst>
          </p:cNvPr>
          <p:cNvSpPr txBox="1"/>
          <p:nvPr userDrawn="1"/>
        </p:nvSpPr>
        <p:spPr>
          <a:xfrm>
            <a:off x="240281" y="141423"/>
            <a:ext cx="7420291" cy="337383"/>
          </a:xfrm>
          <a:prstGeom prst="rect">
            <a:avLst/>
          </a:prstGeom>
          <a:noFill/>
        </p:spPr>
        <p:txBody>
          <a:bodyPr wrap="none" rtlCol="0">
            <a:spAutoFit/>
          </a:bodyPr>
          <a:lstStyle/>
          <a:p>
            <a:r>
              <a:rPr lang="en-VN" sz="1600" b="1" dirty="0">
                <a:solidFill>
                  <a:schemeClr val="bg1"/>
                </a:solidFill>
              </a:rPr>
              <a:t>FACULTY OF COMPUTER ENGINEERING</a:t>
            </a:r>
          </a:p>
        </p:txBody>
      </p:sp>
      <p:grpSp>
        <p:nvGrpSpPr>
          <p:cNvPr id="10" name="Group 9">
            <a:extLst>
              <a:ext uri="{FF2B5EF4-FFF2-40B4-BE49-F238E27FC236}">
                <a16:creationId xmlns:a16="http://schemas.microsoft.com/office/drawing/2014/main" id="{48202369-F8E5-A40E-96BF-5D9E8B5F1F16}"/>
              </a:ext>
            </a:extLst>
          </p:cNvPr>
          <p:cNvGrpSpPr/>
          <p:nvPr userDrawn="1"/>
        </p:nvGrpSpPr>
        <p:grpSpPr>
          <a:xfrm>
            <a:off x="4479985" y="241694"/>
            <a:ext cx="3232030" cy="768394"/>
            <a:chOff x="4280055" y="84406"/>
            <a:chExt cx="3631889" cy="863458"/>
          </a:xfrm>
        </p:grpSpPr>
        <p:sp>
          <p:nvSpPr>
            <p:cNvPr id="11" name="Rounded Rectangle 10">
              <a:extLst>
                <a:ext uri="{FF2B5EF4-FFF2-40B4-BE49-F238E27FC236}">
                  <a16:creationId xmlns:a16="http://schemas.microsoft.com/office/drawing/2014/main" id="{548153D4-0D7E-5E40-CC29-BA0D3438A6E0}"/>
                </a:ext>
              </a:extLst>
            </p:cNvPr>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2" name="Rounded Rectangle 11">
              <a:extLst>
                <a:ext uri="{FF2B5EF4-FFF2-40B4-BE49-F238E27FC236}">
                  <a16:creationId xmlns:a16="http://schemas.microsoft.com/office/drawing/2014/main" id="{25D12D13-7CA6-581B-369D-0786B7CDA747}"/>
                </a:ext>
              </a:extLst>
            </p:cNvPr>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13" name="Picture 12" descr="Icon&#10;&#10;Description automatically generated with medium confidence">
              <a:extLst>
                <a:ext uri="{FF2B5EF4-FFF2-40B4-BE49-F238E27FC236}">
                  <a16:creationId xmlns:a16="http://schemas.microsoft.com/office/drawing/2014/main" id="{C7D78A2B-7E0F-7276-F0FD-6896232239FD}"/>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315084" y="84406"/>
              <a:ext cx="871486" cy="863458"/>
            </a:xfrm>
            <a:prstGeom prst="rect">
              <a:avLst/>
            </a:prstGeom>
          </p:spPr>
        </p:pic>
        <p:pic>
          <p:nvPicPr>
            <p:cNvPr id="14" name="Picture 13" descr="A picture containing clipart, vector graphics&#10;&#10;Description automatically generated">
              <a:extLst>
                <a:ext uri="{FF2B5EF4-FFF2-40B4-BE49-F238E27FC236}">
                  <a16:creationId xmlns:a16="http://schemas.microsoft.com/office/drawing/2014/main" id="{774A90A5-5FD0-9383-6265-C82BA61F99A2}"/>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5005430" y="111027"/>
              <a:ext cx="979518" cy="810216"/>
            </a:xfrm>
            <a:prstGeom prst="rect">
              <a:avLst/>
            </a:prstGeom>
          </p:spPr>
        </p:pic>
      </p:grpSp>
      <p:grpSp>
        <p:nvGrpSpPr>
          <p:cNvPr id="15" name="Group 14">
            <a:extLst>
              <a:ext uri="{FF2B5EF4-FFF2-40B4-BE49-F238E27FC236}">
                <a16:creationId xmlns:a16="http://schemas.microsoft.com/office/drawing/2014/main" id="{44949A0B-E506-5DE7-2A23-C2CA5436DE0A}"/>
              </a:ext>
            </a:extLst>
          </p:cNvPr>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16" name="Oval 15">
              <a:extLst>
                <a:ext uri="{FF2B5EF4-FFF2-40B4-BE49-F238E27FC236}">
                  <a16:creationId xmlns:a16="http://schemas.microsoft.com/office/drawing/2014/main" id="{FD395D56-A0D5-B2F3-8B05-9F07E63BF0C4}"/>
                </a:ext>
              </a:extLst>
            </p:cNvPr>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7" name="Oval 16">
              <a:extLst>
                <a:ext uri="{FF2B5EF4-FFF2-40B4-BE49-F238E27FC236}">
                  <a16:creationId xmlns:a16="http://schemas.microsoft.com/office/drawing/2014/main" id="{7BF5558D-A677-95F7-5700-2D1E71FBD838}"/>
                </a:ext>
              </a:extLst>
            </p:cNvPr>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sp>
        <p:nvSpPr>
          <p:cNvPr id="18" name="Freeform 17">
            <a:extLst>
              <a:ext uri="{FF2B5EF4-FFF2-40B4-BE49-F238E27FC236}">
                <a16:creationId xmlns:a16="http://schemas.microsoft.com/office/drawing/2014/main" id="{A797F9EA-0DAE-4EA8-F91E-D25EC18E94F5}"/>
              </a:ext>
            </a:extLst>
          </p:cNvPr>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
        <p:nvSpPr>
          <p:cNvPr id="6" name="Slide Number Placeholder 5"/>
          <p:cNvSpPr>
            <a:spLocks noGrp="1"/>
          </p:cNvSpPr>
          <p:nvPr>
            <p:ph type="sldNum" sz="quarter" idx="12"/>
          </p:nvPr>
        </p:nvSpPr>
        <p:spPr>
          <a:xfrm>
            <a:off x="10409692" y="6356350"/>
            <a:ext cx="2743200" cy="365125"/>
          </a:xfrm>
        </p:spPr>
        <p:txBody>
          <a:bodyPr/>
          <a:lstStyle>
            <a:lvl1pPr algn="ctr">
              <a:defRPr b="1">
                <a:solidFill>
                  <a:schemeClr val="bg1"/>
                </a:solidFill>
              </a:defRPr>
            </a:lvl1pPr>
          </a:lstStyle>
          <a:p>
            <a:fld id="{48F63A3B-78C7-47BE-AE5E-E10140E04643}"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9Slide.vn - 2019">
            <a:extLst>
              <a:ext uri="{FF2B5EF4-FFF2-40B4-BE49-F238E27FC236}">
                <a16:creationId xmlns:a16="http://schemas.microsoft.com/office/drawing/2014/main" id="{2E2EF8C9-F38D-9516-1D87-18E6996ECB8C}"/>
              </a:ext>
            </a:extLst>
          </p:cNvPr>
          <p:cNvSpPr txBox="1"/>
          <p:nvPr userDrawn="1"/>
        </p:nvSpPr>
        <p:spPr>
          <a:xfrm>
            <a:off x="0" y="-1543110"/>
            <a:ext cx="12192000" cy="400110"/>
          </a:xfrm>
          <a:prstGeom prst="rect">
            <a:avLst/>
          </a:prstGeom>
          <a:noFill/>
        </p:spPr>
        <p:txBody>
          <a:bodyPr vert="horz" rtlCol="0">
            <a:spAutoFit/>
          </a:bodyPr>
          <a:lstStyle/>
          <a:p>
            <a:pPr algn="ctr"/>
            <a:r>
              <a:rPr lang="en-US" sz="2000">
                <a:solidFill>
                  <a:srgbClr val="C3C3C3"/>
                </a:solidFill>
              </a:rPr>
              <a:t>www.9slide.vn</a:t>
            </a:r>
            <a:endParaRPr lang="en-VN" sz="2000">
              <a:solidFill>
                <a:srgbClr val="C3C3C3"/>
              </a:solidFill>
            </a:endParaRPr>
          </a:p>
        </p:txBody>
      </p:sp>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7EE0CA-0453-9B47-838C-B39080F57770}" type="datetime3">
              <a:rPr lang="en-US" smtClean="0"/>
              <a:t>7 July 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Copyrights 2024 CE-UIT. All Rights Reserved.</a:t>
            </a:r>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
        <p:nvSpPr>
          <p:cNvPr id="19" name="Freeform 18">
            <a:extLst>
              <a:ext uri="{FF2B5EF4-FFF2-40B4-BE49-F238E27FC236}">
                <a16:creationId xmlns:a16="http://schemas.microsoft.com/office/drawing/2014/main" id="{F631ED36-F92A-CE11-0084-292D548DE0CF}"/>
              </a:ext>
            </a:extLst>
          </p:cNvPr>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Tree>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4" r:id="rId4"/>
    <p:sldLayoutId id="2147483663" r:id="rId5"/>
    <p:sldLayoutId id="2147483662" r:id="rId6"/>
    <p:sldLayoutId id="2147483661" r:id="rId7"/>
    <p:sldLayoutId id="2147483652" r:id="rId8"/>
    <p:sldLayoutId id="2147483653" r:id="rId9"/>
    <p:sldLayoutId id="2147483654" r:id="rId10"/>
    <p:sldLayoutId id="2147483655" r:id="rId11"/>
    <p:sldLayoutId id="2147483666" r:id="rId12"/>
    <p:sldLayoutId id="2147483665" r:id="rId13"/>
    <p:sldLayoutId id="2147483656" r:id="rId14"/>
    <p:sldLayoutId id="2147483657" r:id="rId15"/>
    <p:sldLayoutId id="2147483658" r:id="rId16"/>
    <p:sldLayoutId id="2147483659" r:id="rId17"/>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0.png"/><Relationship Id="rId7" Type="http://schemas.openxmlformats.org/officeDocument/2006/relationships/image" Target="../media/image33.png"/><Relationship Id="rId2" Type="http://schemas.openxmlformats.org/officeDocument/2006/relationships/image" Target="../media/image29.png"/><Relationship Id="rId1" Type="http://schemas.openxmlformats.org/officeDocument/2006/relationships/slideLayout" Target="../slideLayouts/slideLayout14.xml"/><Relationship Id="rId6" Type="http://schemas.openxmlformats.org/officeDocument/2006/relationships/image" Target="../media/image19.png"/><Relationship Id="rId5" Type="http://schemas.openxmlformats.org/officeDocument/2006/relationships/image" Target="../media/image32.png"/><Relationship Id="rId10" Type="http://schemas.openxmlformats.org/officeDocument/2006/relationships/image" Target="../media/image36.png"/><Relationship Id="rId4" Type="http://schemas.openxmlformats.org/officeDocument/2006/relationships/image" Target="../media/image31.png"/><Relationship Id="rId9" Type="http://schemas.openxmlformats.org/officeDocument/2006/relationships/image" Target="../media/image35.png"/></Relationships>
</file>

<file path=ppt/slides/_rels/slide1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3.xml"/><Relationship Id="rId5" Type="http://schemas.openxmlformats.org/officeDocument/2006/relationships/image" Target="../media/image40.png"/><Relationship Id="rId4" Type="http://schemas.openxmlformats.org/officeDocument/2006/relationships/image" Target="../media/image39.png"/></Relationships>
</file>

<file path=ppt/slides/_rels/slide11.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12" Type="http://schemas.openxmlformats.org/officeDocument/2006/relationships/image" Target="../media/image51.png"/><Relationship Id="rId2" Type="http://schemas.openxmlformats.org/officeDocument/2006/relationships/image" Target="../media/image41.png"/><Relationship Id="rId1" Type="http://schemas.openxmlformats.org/officeDocument/2006/relationships/slideLayout" Target="../slideLayouts/slideLayout14.xml"/><Relationship Id="rId6" Type="http://schemas.openxmlformats.org/officeDocument/2006/relationships/image" Target="../media/image45.png"/><Relationship Id="rId11" Type="http://schemas.openxmlformats.org/officeDocument/2006/relationships/image" Target="../media/image50.png"/><Relationship Id="rId5" Type="http://schemas.openxmlformats.org/officeDocument/2006/relationships/image" Target="../media/image44.pn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image" Target="../media/image52.png"/><Relationship Id="rId1" Type="http://schemas.openxmlformats.org/officeDocument/2006/relationships/slideLayout" Target="../slideLayouts/slideLayout3.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 Id="rId9" Type="http://schemas.openxmlformats.org/officeDocument/2006/relationships/image" Target="../media/image59.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329C4-99A1-6E4F-4374-1D5CEAAC48DD}"/>
              </a:ext>
            </a:extLst>
          </p:cNvPr>
          <p:cNvSpPr>
            <a:spLocks noGrp="1"/>
          </p:cNvSpPr>
          <p:nvPr>
            <p:ph type="ctrTitle"/>
          </p:nvPr>
        </p:nvSpPr>
        <p:spPr>
          <a:xfrm>
            <a:off x="1524000" y="1591081"/>
            <a:ext cx="9144000" cy="1837919"/>
          </a:xfrm>
        </p:spPr>
        <p:txBody>
          <a:bodyPr>
            <a:normAutofit/>
          </a:bodyPr>
          <a:lstStyle/>
          <a:p>
            <a:r>
              <a:rPr lang="en-US" sz="4800" dirty="0" err="1"/>
              <a:t>Thiết</a:t>
            </a:r>
            <a:r>
              <a:rPr lang="en-US" sz="4800" dirty="0"/>
              <a:t> </a:t>
            </a:r>
            <a:r>
              <a:rPr lang="en-US" sz="4800" dirty="0" err="1"/>
              <a:t>kế</a:t>
            </a:r>
            <a:r>
              <a:rPr lang="en-US" sz="4800" dirty="0"/>
              <a:t> </a:t>
            </a:r>
            <a:r>
              <a:rPr lang="en-US" sz="4800" dirty="0" err="1"/>
              <a:t>hệ</a:t>
            </a:r>
            <a:r>
              <a:rPr lang="en-US" sz="4800" dirty="0"/>
              <a:t> </a:t>
            </a:r>
            <a:r>
              <a:rPr lang="en-US" sz="4800" dirty="0" err="1"/>
              <a:t>thống</a:t>
            </a:r>
            <a:r>
              <a:rPr lang="en-US" sz="4800" dirty="0"/>
              <a:t> </a:t>
            </a:r>
            <a:r>
              <a:rPr lang="en-US" sz="4800" dirty="0" err="1"/>
              <a:t>hiển</a:t>
            </a:r>
            <a:r>
              <a:rPr lang="en-US" sz="4800" dirty="0"/>
              <a:t> </a:t>
            </a:r>
            <a:r>
              <a:rPr lang="en-US" sz="4800" dirty="0" err="1"/>
              <a:t>thị</a:t>
            </a:r>
            <a:r>
              <a:rPr lang="en-US" sz="4800" dirty="0"/>
              <a:t> </a:t>
            </a:r>
            <a:r>
              <a:rPr lang="en-US" sz="4800" dirty="0" err="1"/>
              <a:t>và</a:t>
            </a:r>
            <a:r>
              <a:rPr lang="en-US" sz="4800" dirty="0"/>
              <a:t> </a:t>
            </a:r>
            <a:r>
              <a:rPr lang="en-US" sz="4800" dirty="0" err="1"/>
              <a:t>điều</a:t>
            </a:r>
            <a:r>
              <a:rPr lang="en-US" sz="4800" dirty="0"/>
              <a:t> </a:t>
            </a:r>
            <a:r>
              <a:rPr lang="en-US" sz="4800" dirty="0" err="1"/>
              <a:t>khiển</a:t>
            </a:r>
            <a:r>
              <a:rPr lang="en-US" sz="4800" dirty="0"/>
              <a:t> </a:t>
            </a:r>
            <a:r>
              <a:rPr lang="en-US" sz="4800" dirty="0" err="1"/>
              <a:t>cho</a:t>
            </a:r>
            <a:r>
              <a:rPr lang="en-US" sz="4800" dirty="0"/>
              <a:t> Mobile Robot</a:t>
            </a:r>
            <a:endParaRPr lang="en-VN" sz="4800" dirty="0"/>
          </a:p>
        </p:txBody>
      </p:sp>
      <p:sp>
        <p:nvSpPr>
          <p:cNvPr id="3" name="Text Placeholder 2">
            <a:extLst>
              <a:ext uri="{FF2B5EF4-FFF2-40B4-BE49-F238E27FC236}">
                <a16:creationId xmlns:a16="http://schemas.microsoft.com/office/drawing/2014/main" id="{14CE0914-A039-5855-B5C6-C4237FEC9CD1}"/>
              </a:ext>
            </a:extLst>
          </p:cNvPr>
          <p:cNvSpPr>
            <a:spLocks noGrp="1"/>
          </p:cNvSpPr>
          <p:nvPr>
            <p:ph type="body" sz="quarter" idx="14"/>
          </p:nvPr>
        </p:nvSpPr>
        <p:spPr>
          <a:xfrm>
            <a:off x="1524000" y="6005193"/>
            <a:ext cx="9144000" cy="519113"/>
          </a:xfrm>
        </p:spPr>
        <p:txBody>
          <a:bodyPr/>
          <a:lstStyle/>
          <a:p>
            <a:r>
              <a:rPr lang="en-US" dirty="0"/>
              <a:t>Trường ĐH Công </a:t>
            </a:r>
            <a:r>
              <a:rPr lang="en-US" dirty="0" err="1"/>
              <a:t>nghệ</a:t>
            </a:r>
            <a:r>
              <a:rPr lang="en-US" dirty="0"/>
              <a:t> Thông tin, </a:t>
            </a:r>
            <a:r>
              <a:rPr lang="en-US" dirty="0" err="1"/>
              <a:t>ngày</a:t>
            </a:r>
            <a:r>
              <a:rPr lang="en-US" dirty="0"/>
              <a:t> 16 </a:t>
            </a:r>
            <a:r>
              <a:rPr lang="en-US" dirty="0" err="1"/>
              <a:t>tháng</a:t>
            </a:r>
            <a:r>
              <a:rPr lang="en-US" dirty="0"/>
              <a:t> 6 </a:t>
            </a:r>
            <a:r>
              <a:rPr lang="en-US" dirty="0" err="1"/>
              <a:t>năm</a:t>
            </a:r>
            <a:r>
              <a:rPr lang="en-US" dirty="0"/>
              <a:t> 2026</a:t>
            </a:r>
            <a:endParaRPr lang="en-VN" dirty="0"/>
          </a:p>
        </p:txBody>
      </p:sp>
      <p:sp>
        <p:nvSpPr>
          <p:cNvPr id="4" name="Text Placeholder 3">
            <a:extLst>
              <a:ext uri="{FF2B5EF4-FFF2-40B4-BE49-F238E27FC236}">
                <a16:creationId xmlns:a16="http://schemas.microsoft.com/office/drawing/2014/main" id="{CA21DE20-70D6-DD65-B1D0-08C5B47A043F}"/>
              </a:ext>
            </a:extLst>
          </p:cNvPr>
          <p:cNvSpPr>
            <a:spLocks noGrp="1"/>
          </p:cNvSpPr>
          <p:nvPr>
            <p:ph type="body" sz="quarter" idx="15"/>
          </p:nvPr>
        </p:nvSpPr>
        <p:spPr>
          <a:xfrm>
            <a:off x="3730283" y="1217560"/>
            <a:ext cx="2365717" cy="381000"/>
          </a:xfrm>
        </p:spPr>
        <p:txBody>
          <a:bodyPr/>
          <a:lstStyle/>
          <a:p>
            <a:pPr marL="0" indent="0">
              <a:buNone/>
            </a:pPr>
            <a:r>
              <a:rPr lang="en-VN" sz="1200" dirty="0"/>
              <a:t>KHÓA LUẬN TỐT NGHIỆP</a:t>
            </a:r>
          </a:p>
        </p:txBody>
      </p:sp>
      <p:sp>
        <p:nvSpPr>
          <p:cNvPr id="8" name="TextBox 7">
            <a:extLst>
              <a:ext uri="{FF2B5EF4-FFF2-40B4-BE49-F238E27FC236}">
                <a16:creationId xmlns:a16="http://schemas.microsoft.com/office/drawing/2014/main" id="{401E99C6-9F71-2563-42D3-79554AE1E10D}"/>
              </a:ext>
            </a:extLst>
          </p:cNvPr>
          <p:cNvSpPr txBox="1"/>
          <p:nvPr/>
        </p:nvSpPr>
        <p:spPr>
          <a:xfrm>
            <a:off x="1524000" y="3681350"/>
            <a:ext cx="9144000" cy="1636602"/>
          </a:xfrm>
          <a:prstGeom prst="rect">
            <a:avLst/>
          </a:prstGeom>
          <a:noFill/>
        </p:spPr>
        <p:txBody>
          <a:bodyPr wrap="square" rtlCol="0">
            <a:spAutoFit/>
          </a:bodyPr>
          <a:lstStyle/>
          <a:p>
            <a:pPr algn="l">
              <a:lnSpc>
                <a:spcPct val="130000"/>
              </a:lnSpc>
              <a:spcBef>
                <a:spcPts val="300"/>
              </a:spcBef>
              <a:spcAft>
                <a:spcPts val="300"/>
              </a:spcAft>
            </a:pPr>
            <a:r>
              <a:rPr lang="en-VN" sz="2400" b="1" dirty="0">
                <a:solidFill>
                  <a:schemeClr val="accent4"/>
                </a:solidFill>
              </a:rPr>
              <a:t>GVHD: </a:t>
            </a:r>
            <a:r>
              <a:rPr lang="en-US" sz="2400" b="1" dirty="0">
                <a:solidFill>
                  <a:schemeClr val="accent4"/>
                </a:solidFill>
              </a:rPr>
              <a:t>TS. Nguyễn Minh Sơn</a:t>
            </a:r>
            <a:endParaRPr lang="en-VN" sz="2400" b="1" dirty="0">
              <a:solidFill>
                <a:schemeClr val="accent4"/>
              </a:solidFill>
            </a:endParaRPr>
          </a:p>
          <a:p>
            <a:pPr marL="342900" indent="-342900" algn="l">
              <a:lnSpc>
                <a:spcPct val="130000"/>
              </a:lnSpc>
              <a:spcBef>
                <a:spcPts val="300"/>
              </a:spcBef>
              <a:spcAft>
                <a:spcPts val="300"/>
              </a:spcAft>
              <a:buFont typeface="Arial" panose="020B0604020202020204" pitchFamily="34" charset="0"/>
              <a:buChar char="•"/>
              <a:tabLst>
                <a:tab pos="5019675" algn="l"/>
              </a:tabLst>
            </a:pPr>
            <a:r>
              <a:rPr lang="en-US" sz="2400" b="1" dirty="0"/>
              <a:t>Phan Nguyễn Quốc Cường</a:t>
            </a:r>
            <a:r>
              <a:rPr lang="en-VN" sz="2400" dirty="0"/>
              <a:t>	</a:t>
            </a:r>
            <a:r>
              <a:rPr lang="en-US" sz="2400" dirty="0"/>
              <a:t>21521908</a:t>
            </a:r>
            <a:endParaRPr lang="en-VN" sz="2400" dirty="0"/>
          </a:p>
          <a:p>
            <a:pPr marL="342900" indent="-342900" algn="l">
              <a:lnSpc>
                <a:spcPct val="130000"/>
              </a:lnSpc>
              <a:spcBef>
                <a:spcPts val="300"/>
              </a:spcBef>
              <a:spcAft>
                <a:spcPts val="300"/>
              </a:spcAft>
              <a:buFont typeface="Arial" panose="020B0604020202020204" pitchFamily="34" charset="0"/>
              <a:buChar char="•"/>
              <a:tabLst>
                <a:tab pos="5019675" algn="l"/>
              </a:tabLst>
            </a:pPr>
            <a:r>
              <a:rPr lang="en-US" sz="2400" b="1" dirty="0"/>
              <a:t>Phan Nguyễn Trung Kiên</a:t>
            </a:r>
            <a:r>
              <a:rPr lang="en-VN" sz="2400" dirty="0"/>
              <a:t>	</a:t>
            </a:r>
            <a:r>
              <a:rPr lang="en-US" sz="2400" dirty="0"/>
              <a:t>21522248</a:t>
            </a:r>
            <a:endParaRPr lang="en-VN" sz="2400" dirty="0"/>
          </a:p>
        </p:txBody>
      </p:sp>
    </p:spTree>
    <p:extLst>
      <p:ext uri="{BB962C8B-B14F-4D97-AF65-F5344CB8AC3E}">
        <p14:creationId xmlns:p14="http://schemas.microsoft.com/office/powerpoint/2010/main" val="20527025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9E84C-3683-652F-CF31-A1F9AD732A33}"/>
              </a:ext>
            </a:extLst>
          </p:cNvPr>
          <p:cNvSpPr>
            <a:spLocks noGrp="1"/>
          </p:cNvSpPr>
          <p:nvPr>
            <p:ph type="title"/>
          </p:nvPr>
        </p:nvSpPr>
        <p:spPr/>
        <p:txBody>
          <a:bodyPr/>
          <a:lstStyle/>
          <a:p>
            <a:r>
              <a:rPr lang="en-VN" dirty="0"/>
              <a:t>Nội dung báo cáo</a:t>
            </a:r>
          </a:p>
        </p:txBody>
      </p:sp>
      <p:sp>
        <p:nvSpPr>
          <p:cNvPr id="4" name="Footer Placeholder 3">
            <a:extLst>
              <a:ext uri="{FF2B5EF4-FFF2-40B4-BE49-F238E27FC236}">
                <a16:creationId xmlns:a16="http://schemas.microsoft.com/office/drawing/2014/main" id="{275CE7DB-4EF2-E577-7045-907EE0ED1556}"/>
              </a:ext>
            </a:extLst>
          </p:cNvPr>
          <p:cNvSpPr>
            <a:spLocks noGrp="1"/>
          </p:cNvSpPr>
          <p:nvPr>
            <p:ph type="ftr" sz="quarter" idx="11"/>
          </p:nvPr>
        </p:nvSpPr>
        <p:spPr>
          <a:xfrm rot="16200000">
            <a:off x="9932860" y="3850428"/>
            <a:ext cx="4114800" cy="365125"/>
          </a:xfrm>
        </p:spPr>
        <p:txBody>
          <a:bodyPr/>
          <a:lstStyle/>
          <a:p>
            <a:r>
              <a:rPr lang="en-US"/>
              <a:t>Copyrights 2024 CE-UIT. All Rights Reserved.</a:t>
            </a:r>
            <a:endParaRPr lang="en-US" dirty="0"/>
          </a:p>
        </p:txBody>
      </p:sp>
      <p:sp>
        <p:nvSpPr>
          <p:cNvPr id="5" name="Slide Number Placeholder 4">
            <a:extLst>
              <a:ext uri="{FF2B5EF4-FFF2-40B4-BE49-F238E27FC236}">
                <a16:creationId xmlns:a16="http://schemas.microsoft.com/office/drawing/2014/main" id="{51644F55-1C93-504E-9D59-CA42F6113C46}"/>
              </a:ext>
            </a:extLst>
          </p:cNvPr>
          <p:cNvSpPr>
            <a:spLocks noGrp="1"/>
          </p:cNvSpPr>
          <p:nvPr>
            <p:ph type="sldNum" sz="quarter" idx="12"/>
          </p:nvPr>
        </p:nvSpPr>
        <p:spPr/>
        <p:txBody>
          <a:bodyPr/>
          <a:lstStyle/>
          <a:p>
            <a:fld id="{48F63A3B-78C7-47BE-AE5E-E10140E04643}" type="slidenum">
              <a:rPr lang="en-US" smtClean="0"/>
              <a:pPr/>
              <a:t>2</a:t>
            </a:fld>
            <a:endParaRPr lang="en-US" dirty="0"/>
          </a:p>
        </p:txBody>
      </p:sp>
      <p:grpSp>
        <p:nvGrpSpPr>
          <p:cNvPr id="6" name="Group 5">
            <a:extLst>
              <a:ext uri="{FF2B5EF4-FFF2-40B4-BE49-F238E27FC236}">
                <a16:creationId xmlns:a16="http://schemas.microsoft.com/office/drawing/2014/main" id="{EE7A0637-CEE0-29B3-3E51-8DACCCDE2A10}"/>
              </a:ext>
            </a:extLst>
          </p:cNvPr>
          <p:cNvGrpSpPr/>
          <p:nvPr/>
        </p:nvGrpSpPr>
        <p:grpSpPr>
          <a:xfrm>
            <a:off x="1033164" y="2094865"/>
            <a:ext cx="7770177" cy="948373"/>
            <a:chOff x="1033164" y="2094865"/>
            <a:chExt cx="7770177" cy="948373"/>
          </a:xfrm>
        </p:grpSpPr>
        <p:sp>
          <p:nvSpPr>
            <p:cNvPr id="7" name="Rounded Rectangle 6">
              <a:extLst>
                <a:ext uri="{FF2B5EF4-FFF2-40B4-BE49-F238E27FC236}">
                  <a16:creationId xmlns:a16="http://schemas.microsoft.com/office/drawing/2014/main" id="{BF261A7D-28B4-1B84-D8E2-11C9EDDBFA1E}"/>
                </a:ext>
              </a:extLst>
            </p:cNvPr>
            <p:cNvSpPr/>
            <p:nvPr/>
          </p:nvSpPr>
          <p:spPr>
            <a:xfrm>
              <a:off x="1033164" y="2094865"/>
              <a:ext cx="7770177" cy="948373"/>
            </a:xfrm>
            <a:prstGeom prst="roundRect">
              <a:avLst>
                <a:gd name="adj" fmla="val 6767"/>
              </a:avLst>
            </a:prstGeom>
            <a:solidFill>
              <a:schemeClr val="bg1"/>
            </a:solidFill>
            <a:ln w="19050">
              <a:solidFill>
                <a:schemeClr val="accent4">
                  <a:lumMod val="75000"/>
                </a:schemeClr>
              </a:solidFill>
            </a:ln>
            <a:effectLst>
              <a:glow rad="635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VN" sz="2200">
                <a:solidFill>
                  <a:sysClr val="windowText" lastClr="000000"/>
                </a:solidFill>
              </a:endParaRPr>
            </a:p>
          </p:txBody>
        </p:sp>
        <p:sp>
          <p:nvSpPr>
            <p:cNvPr id="8" name="Oval 7">
              <a:extLst>
                <a:ext uri="{FF2B5EF4-FFF2-40B4-BE49-F238E27FC236}">
                  <a16:creationId xmlns:a16="http://schemas.microsoft.com/office/drawing/2014/main" id="{7D45351B-999A-54A2-68EA-9E33D3ECF433}"/>
                </a:ext>
              </a:extLst>
            </p:cNvPr>
            <p:cNvSpPr/>
            <p:nvPr/>
          </p:nvSpPr>
          <p:spPr>
            <a:xfrm>
              <a:off x="1193006" y="2265441"/>
              <a:ext cx="607219" cy="607219"/>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2800" b="1">
                  <a:solidFill>
                    <a:schemeClr val="bg1"/>
                  </a:solidFill>
                  <a:latin typeface="Times New Roman" panose="02020603050405020304" pitchFamily="18" charset="0"/>
                  <a:cs typeface="Times New Roman" panose="02020603050405020304" pitchFamily="18" charset="0"/>
                </a:rPr>
                <a:t>1</a:t>
              </a:r>
            </a:p>
          </p:txBody>
        </p:sp>
        <p:sp>
          <p:nvSpPr>
            <p:cNvPr id="9" name="TextBox 8">
              <a:extLst>
                <a:ext uri="{FF2B5EF4-FFF2-40B4-BE49-F238E27FC236}">
                  <a16:creationId xmlns:a16="http://schemas.microsoft.com/office/drawing/2014/main" id="{B7EE7FB7-C0E4-A1B4-DB55-6B757C313225}"/>
                </a:ext>
              </a:extLst>
            </p:cNvPr>
            <p:cNvSpPr txBox="1"/>
            <p:nvPr/>
          </p:nvSpPr>
          <p:spPr>
            <a:xfrm>
              <a:off x="1862399" y="2338218"/>
              <a:ext cx="6940941" cy="461665"/>
            </a:xfrm>
            <a:prstGeom prst="rect">
              <a:avLst/>
            </a:prstGeom>
            <a:noFill/>
          </p:spPr>
          <p:txBody>
            <a:bodyPr wrap="square" rtlCol="0" anchor="ctr">
              <a:spAutoFit/>
            </a:bodyPr>
            <a:lstStyle/>
            <a:p>
              <a:r>
                <a:rPr lang="en-US" sz="2400" dirty="0" err="1"/>
                <a:t>Đặt</a:t>
              </a:r>
              <a:r>
                <a:rPr lang="en-US" sz="2400" dirty="0"/>
                <a:t> </a:t>
              </a:r>
              <a:r>
                <a:rPr lang="en-US" sz="2400" dirty="0" err="1"/>
                <a:t>vấn</a:t>
              </a:r>
              <a:r>
                <a:rPr lang="en-US" sz="2400" dirty="0"/>
                <a:t> </a:t>
              </a:r>
              <a:r>
                <a:rPr lang="en-US" sz="2400" dirty="0" err="1"/>
                <a:t>đề</a:t>
              </a:r>
              <a:r>
                <a:rPr lang="en-US" sz="2400" dirty="0"/>
                <a:t> </a:t>
              </a:r>
              <a:r>
                <a:rPr lang="en-US" sz="2400" dirty="0" err="1"/>
                <a:t>và</a:t>
              </a:r>
              <a:r>
                <a:rPr lang="en-US" sz="2400" dirty="0"/>
                <a:t> </a:t>
              </a:r>
              <a:r>
                <a:rPr lang="en-US" sz="2400" dirty="0" err="1"/>
                <a:t>tổng</a:t>
              </a:r>
              <a:r>
                <a:rPr lang="en-US" sz="2400" dirty="0"/>
                <a:t> </a:t>
              </a:r>
              <a:r>
                <a:rPr lang="en-US" sz="2400" dirty="0" err="1"/>
                <a:t>quan</a:t>
              </a:r>
              <a:r>
                <a:rPr lang="en-US" sz="2400" dirty="0"/>
                <a:t> </a:t>
              </a:r>
              <a:r>
                <a:rPr lang="en-US" sz="2400" dirty="0" err="1"/>
                <a:t>đề</a:t>
              </a:r>
              <a:r>
                <a:rPr lang="en-US" sz="2400" dirty="0"/>
                <a:t> </a:t>
              </a:r>
              <a:r>
                <a:rPr lang="en-US" sz="2400" dirty="0" err="1"/>
                <a:t>tài</a:t>
              </a:r>
              <a:endParaRPr lang="en-VN" sz="2400" dirty="0"/>
            </a:p>
          </p:txBody>
        </p:sp>
      </p:grpSp>
      <p:grpSp>
        <p:nvGrpSpPr>
          <p:cNvPr id="10" name="Group 9">
            <a:extLst>
              <a:ext uri="{FF2B5EF4-FFF2-40B4-BE49-F238E27FC236}">
                <a16:creationId xmlns:a16="http://schemas.microsoft.com/office/drawing/2014/main" id="{79B93310-8338-04AE-BD6F-ECFF66EFE9D6}"/>
              </a:ext>
            </a:extLst>
          </p:cNvPr>
          <p:cNvGrpSpPr/>
          <p:nvPr/>
        </p:nvGrpSpPr>
        <p:grpSpPr>
          <a:xfrm>
            <a:off x="1033164" y="3255196"/>
            <a:ext cx="7770177" cy="948373"/>
            <a:chOff x="1033164" y="3239499"/>
            <a:chExt cx="7770177" cy="948373"/>
          </a:xfrm>
        </p:grpSpPr>
        <p:sp>
          <p:nvSpPr>
            <p:cNvPr id="11" name="Rounded Rectangle 10">
              <a:extLst>
                <a:ext uri="{FF2B5EF4-FFF2-40B4-BE49-F238E27FC236}">
                  <a16:creationId xmlns:a16="http://schemas.microsoft.com/office/drawing/2014/main" id="{DF2C7C36-DBA2-4FF8-A24D-527781AE8EE7}"/>
                </a:ext>
              </a:extLst>
            </p:cNvPr>
            <p:cNvSpPr/>
            <p:nvPr/>
          </p:nvSpPr>
          <p:spPr>
            <a:xfrm>
              <a:off x="1033164" y="3239499"/>
              <a:ext cx="7770177" cy="948373"/>
            </a:xfrm>
            <a:prstGeom prst="roundRect">
              <a:avLst>
                <a:gd name="adj" fmla="val 6767"/>
              </a:avLst>
            </a:prstGeom>
            <a:solidFill>
              <a:schemeClr val="accent4">
                <a:lumMod val="75000"/>
              </a:schemeClr>
            </a:solidFill>
            <a:ln w="19050">
              <a:solidFill>
                <a:schemeClr val="accent4">
                  <a:lumMod val="75000"/>
                </a:schemeClr>
              </a:solidFill>
            </a:ln>
            <a:effectLst>
              <a:glow rad="635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VN" sz="2200">
                <a:solidFill>
                  <a:schemeClr val="bg1"/>
                </a:solidFill>
              </a:endParaRPr>
            </a:p>
          </p:txBody>
        </p:sp>
        <p:sp>
          <p:nvSpPr>
            <p:cNvPr id="12" name="Oval 11">
              <a:extLst>
                <a:ext uri="{FF2B5EF4-FFF2-40B4-BE49-F238E27FC236}">
                  <a16:creationId xmlns:a16="http://schemas.microsoft.com/office/drawing/2014/main" id="{0EEA81DE-5C39-814F-98C8-9799897FAEEB}"/>
                </a:ext>
              </a:extLst>
            </p:cNvPr>
            <p:cNvSpPr/>
            <p:nvPr/>
          </p:nvSpPr>
          <p:spPr>
            <a:xfrm>
              <a:off x="1193005" y="3410075"/>
              <a:ext cx="607219" cy="607219"/>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2800" b="1">
                  <a:solidFill>
                    <a:schemeClr val="bg1"/>
                  </a:solidFill>
                  <a:latin typeface="Times New Roman" panose="02020603050405020304" pitchFamily="18" charset="0"/>
                  <a:cs typeface="Times New Roman" panose="02020603050405020304" pitchFamily="18" charset="0"/>
                </a:rPr>
                <a:t>2</a:t>
              </a:r>
            </a:p>
          </p:txBody>
        </p:sp>
        <p:sp>
          <p:nvSpPr>
            <p:cNvPr id="13" name="TextBox 12">
              <a:extLst>
                <a:ext uri="{FF2B5EF4-FFF2-40B4-BE49-F238E27FC236}">
                  <a16:creationId xmlns:a16="http://schemas.microsoft.com/office/drawing/2014/main" id="{6C7C750D-FB6C-0D48-11D1-777CC1189796}"/>
                </a:ext>
              </a:extLst>
            </p:cNvPr>
            <p:cNvSpPr txBox="1"/>
            <p:nvPr/>
          </p:nvSpPr>
          <p:spPr>
            <a:xfrm>
              <a:off x="1862399" y="3482851"/>
              <a:ext cx="6609248" cy="461665"/>
            </a:xfrm>
            <a:prstGeom prst="rect">
              <a:avLst/>
            </a:prstGeom>
            <a:noFill/>
          </p:spPr>
          <p:txBody>
            <a:bodyPr wrap="square" rtlCol="0" anchor="ctr">
              <a:spAutoFit/>
            </a:bodyPr>
            <a:lstStyle/>
            <a:p>
              <a:r>
                <a:rPr lang="en-US" sz="2400" dirty="0" err="1">
                  <a:solidFill>
                    <a:schemeClr val="bg1"/>
                  </a:solidFill>
                </a:rPr>
                <a:t>Giải</a:t>
              </a:r>
              <a:r>
                <a:rPr lang="en-US" sz="2400" dirty="0">
                  <a:solidFill>
                    <a:schemeClr val="bg1"/>
                  </a:solidFill>
                </a:rPr>
                <a:t> </a:t>
              </a:r>
              <a:r>
                <a:rPr lang="en-US" sz="2400" dirty="0" err="1">
                  <a:solidFill>
                    <a:schemeClr val="bg1"/>
                  </a:solidFill>
                </a:rPr>
                <a:t>pháp</a:t>
              </a:r>
              <a:r>
                <a:rPr lang="en-US" sz="2400" dirty="0">
                  <a:solidFill>
                    <a:schemeClr val="bg1"/>
                  </a:solidFill>
                </a:rPr>
                <a:t> </a:t>
              </a:r>
              <a:r>
                <a:rPr lang="en-US" sz="2400" dirty="0" err="1">
                  <a:solidFill>
                    <a:schemeClr val="bg1"/>
                  </a:solidFill>
                </a:rPr>
                <a:t>và</a:t>
              </a:r>
              <a:r>
                <a:rPr lang="en-US" sz="2400" dirty="0">
                  <a:solidFill>
                    <a:schemeClr val="bg1"/>
                  </a:solidFill>
                </a:rPr>
                <a:t> </a:t>
              </a:r>
              <a:r>
                <a:rPr lang="en-US" sz="2400" dirty="0" err="1">
                  <a:solidFill>
                    <a:schemeClr val="bg1"/>
                  </a:solidFill>
                </a:rPr>
                <a:t>kiến</a:t>
              </a:r>
              <a:r>
                <a:rPr lang="en-US" sz="2400" dirty="0">
                  <a:solidFill>
                    <a:schemeClr val="bg1"/>
                  </a:solidFill>
                </a:rPr>
                <a:t> </a:t>
              </a:r>
              <a:r>
                <a:rPr lang="en-US" sz="2400" dirty="0" err="1">
                  <a:solidFill>
                    <a:schemeClr val="bg1"/>
                  </a:solidFill>
                </a:rPr>
                <a:t>trúc</a:t>
              </a:r>
              <a:r>
                <a:rPr lang="en-US" sz="2400" dirty="0">
                  <a:solidFill>
                    <a:schemeClr val="bg1"/>
                  </a:solidFill>
                </a:rPr>
                <a:t> </a:t>
              </a:r>
              <a:r>
                <a:rPr lang="en-US" sz="2400" dirty="0" err="1">
                  <a:solidFill>
                    <a:schemeClr val="bg1"/>
                  </a:solidFill>
                </a:rPr>
                <a:t>hệ</a:t>
              </a:r>
              <a:r>
                <a:rPr lang="en-US" sz="2400" dirty="0">
                  <a:solidFill>
                    <a:schemeClr val="bg1"/>
                  </a:solidFill>
                </a:rPr>
                <a:t> </a:t>
              </a:r>
              <a:r>
                <a:rPr lang="en-US" sz="2400" dirty="0" err="1">
                  <a:solidFill>
                    <a:schemeClr val="bg1"/>
                  </a:solidFill>
                </a:rPr>
                <a:t>thống</a:t>
              </a:r>
              <a:endParaRPr lang="en-VN" sz="2400" dirty="0">
                <a:solidFill>
                  <a:schemeClr val="bg1"/>
                </a:solidFill>
              </a:endParaRPr>
            </a:p>
          </p:txBody>
        </p:sp>
      </p:grpSp>
      <p:grpSp>
        <p:nvGrpSpPr>
          <p:cNvPr id="14" name="Group 13">
            <a:extLst>
              <a:ext uri="{FF2B5EF4-FFF2-40B4-BE49-F238E27FC236}">
                <a16:creationId xmlns:a16="http://schemas.microsoft.com/office/drawing/2014/main" id="{E6F08B0B-13CE-0C19-BAD9-060AC4DD6F08}"/>
              </a:ext>
            </a:extLst>
          </p:cNvPr>
          <p:cNvGrpSpPr/>
          <p:nvPr/>
        </p:nvGrpSpPr>
        <p:grpSpPr>
          <a:xfrm>
            <a:off x="1033164" y="4415527"/>
            <a:ext cx="7770177" cy="948373"/>
            <a:chOff x="1033164" y="4431224"/>
            <a:chExt cx="7770177" cy="948373"/>
          </a:xfrm>
        </p:grpSpPr>
        <p:sp>
          <p:nvSpPr>
            <p:cNvPr id="15" name="Rounded Rectangle 6">
              <a:extLst>
                <a:ext uri="{FF2B5EF4-FFF2-40B4-BE49-F238E27FC236}">
                  <a16:creationId xmlns:a16="http://schemas.microsoft.com/office/drawing/2014/main" id="{F1448787-01D4-9B57-C8D6-4852D1688A7C}"/>
                </a:ext>
              </a:extLst>
            </p:cNvPr>
            <p:cNvSpPr/>
            <p:nvPr/>
          </p:nvSpPr>
          <p:spPr>
            <a:xfrm>
              <a:off x="1033164" y="4431224"/>
              <a:ext cx="7770177" cy="948373"/>
            </a:xfrm>
            <a:prstGeom prst="roundRect">
              <a:avLst>
                <a:gd name="adj" fmla="val 6767"/>
              </a:avLst>
            </a:prstGeom>
            <a:solidFill>
              <a:schemeClr val="bg1"/>
            </a:solidFill>
            <a:ln w="19050">
              <a:solidFill>
                <a:schemeClr val="accent4">
                  <a:lumMod val="75000"/>
                </a:schemeClr>
              </a:solidFill>
            </a:ln>
            <a:effectLst>
              <a:glow rad="635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VN" sz="2200">
                <a:solidFill>
                  <a:sysClr val="windowText" lastClr="000000"/>
                </a:solidFill>
              </a:endParaRPr>
            </a:p>
          </p:txBody>
        </p:sp>
        <p:sp>
          <p:nvSpPr>
            <p:cNvPr id="16" name="Oval 15">
              <a:extLst>
                <a:ext uri="{FF2B5EF4-FFF2-40B4-BE49-F238E27FC236}">
                  <a16:creationId xmlns:a16="http://schemas.microsoft.com/office/drawing/2014/main" id="{5A80A263-3857-AB29-9ADD-DBB55F785253}"/>
                </a:ext>
              </a:extLst>
            </p:cNvPr>
            <p:cNvSpPr/>
            <p:nvPr/>
          </p:nvSpPr>
          <p:spPr>
            <a:xfrm>
              <a:off x="1193006" y="4601800"/>
              <a:ext cx="607219" cy="607219"/>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bg1"/>
                  </a:solidFill>
                  <a:latin typeface="Times New Roman" panose="02020603050405020304" pitchFamily="18" charset="0"/>
                  <a:cs typeface="Times New Roman" panose="02020603050405020304" pitchFamily="18" charset="0"/>
                </a:rPr>
                <a:t>3</a:t>
              </a:r>
              <a:endParaRPr lang="en-VN" sz="2800" b="1">
                <a:solidFill>
                  <a:schemeClr val="bg1"/>
                </a:solidFill>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71889582-D1BF-AA43-C49F-F5B33014116F}"/>
                </a:ext>
              </a:extLst>
            </p:cNvPr>
            <p:cNvSpPr txBox="1"/>
            <p:nvPr/>
          </p:nvSpPr>
          <p:spPr>
            <a:xfrm>
              <a:off x="1862400" y="4674577"/>
              <a:ext cx="6609248" cy="461665"/>
            </a:xfrm>
            <a:prstGeom prst="rect">
              <a:avLst/>
            </a:prstGeom>
            <a:noFill/>
          </p:spPr>
          <p:txBody>
            <a:bodyPr wrap="square" rtlCol="0" anchor="ctr">
              <a:spAutoFit/>
            </a:bodyPr>
            <a:lstStyle/>
            <a:p>
              <a:r>
                <a:rPr lang="en-US" sz="2400" dirty="0" err="1"/>
                <a:t>Thực</a:t>
              </a:r>
              <a:r>
                <a:rPr lang="en-US" sz="2400" dirty="0"/>
                <a:t> </a:t>
              </a:r>
              <a:r>
                <a:rPr lang="en-US" sz="2400" dirty="0" err="1"/>
                <a:t>nghiệm</a:t>
              </a:r>
              <a:r>
                <a:rPr lang="en-US" sz="2400" dirty="0"/>
                <a:t> </a:t>
              </a:r>
              <a:r>
                <a:rPr lang="en-US" sz="2400" dirty="0" err="1"/>
                <a:t>và</a:t>
              </a:r>
              <a:r>
                <a:rPr lang="en-US" sz="2400" dirty="0"/>
                <a:t> </a:t>
              </a:r>
              <a:r>
                <a:rPr lang="en-US" sz="2400" dirty="0" err="1"/>
                <a:t>kết</a:t>
              </a:r>
              <a:r>
                <a:rPr lang="en-US" sz="2400" dirty="0"/>
                <a:t> </a:t>
              </a:r>
              <a:r>
                <a:rPr lang="en-US" sz="2400" dirty="0" err="1"/>
                <a:t>quả</a:t>
              </a:r>
              <a:endParaRPr lang="en-VN" sz="2400" dirty="0"/>
            </a:p>
          </p:txBody>
        </p:sp>
      </p:grpSp>
      <p:grpSp>
        <p:nvGrpSpPr>
          <p:cNvPr id="18" name="Group 17">
            <a:extLst>
              <a:ext uri="{FF2B5EF4-FFF2-40B4-BE49-F238E27FC236}">
                <a16:creationId xmlns:a16="http://schemas.microsoft.com/office/drawing/2014/main" id="{34FA8A22-CE55-67A8-9AFF-40EDDC95FC03}"/>
              </a:ext>
            </a:extLst>
          </p:cNvPr>
          <p:cNvGrpSpPr/>
          <p:nvPr/>
        </p:nvGrpSpPr>
        <p:grpSpPr>
          <a:xfrm>
            <a:off x="1033164" y="5575858"/>
            <a:ext cx="7770177" cy="948373"/>
            <a:chOff x="1033164" y="5575858"/>
            <a:chExt cx="7770177" cy="948373"/>
          </a:xfrm>
        </p:grpSpPr>
        <p:sp>
          <p:nvSpPr>
            <p:cNvPr id="19" name="Rounded Rectangle 9">
              <a:extLst>
                <a:ext uri="{FF2B5EF4-FFF2-40B4-BE49-F238E27FC236}">
                  <a16:creationId xmlns:a16="http://schemas.microsoft.com/office/drawing/2014/main" id="{A7273024-F982-5A73-BA89-9F231004D90B}"/>
                </a:ext>
              </a:extLst>
            </p:cNvPr>
            <p:cNvSpPr/>
            <p:nvPr/>
          </p:nvSpPr>
          <p:spPr>
            <a:xfrm>
              <a:off x="1033164" y="5575858"/>
              <a:ext cx="7770177" cy="948373"/>
            </a:xfrm>
            <a:prstGeom prst="roundRect">
              <a:avLst>
                <a:gd name="adj" fmla="val 6767"/>
              </a:avLst>
            </a:prstGeom>
            <a:solidFill>
              <a:schemeClr val="accent4">
                <a:lumMod val="75000"/>
              </a:schemeClr>
            </a:solidFill>
            <a:ln w="19050">
              <a:solidFill>
                <a:schemeClr val="accent4">
                  <a:lumMod val="75000"/>
                </a:schemeClr>
              </a:solidFill>
            </a:ln>
            <a:effectLst>
              <a:glow rad="635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VN" sz="2200">
                <a:solidFill>
                  <a:schemeClr val="bg1"/>
                </a:solidFill>
              </a:endParaRPr>
            </a:p>
          </p:txBody>
        </p:sp>
        <p:sp>
          <p:nvSpPr>
            <p:cNvPr id="20" name="Oval 19">
              <a:extLst>
                <a:ext uri="{FF2B5EF4-FFF2-40B4-BE49-F238E27FC236}">
                  <a16:creationId xmlns:a16="http://schemas.microsoft.com/office/drawing/2014/main" id="{EBE4969A-B312-14CB-795B-054DC3E0FE64}"/>
                </a:ext>
              </a:extLst>
            </p:cNvPr>
            <p:cNvSpPr/>
            <p:nvPr/>
          </p:nvSpPr>
          <p:spPr>
            <a:xfrm>
              <a:off x="1193005" y="5746434"/>
              <a:ext cx="607219" cy="607219"/>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bg1"/>
                  </a:solidFill>
                  <a:latin typeface="Times New Roman" panose="02020603050405020304" pitchFamily="18" charset="0"/>
                  <a:cs typeface="Times New Roman" panose="02020603050405020304" pitchFamily="18" charset="0"/>
                </a:rPr>
                <a:t>4</a:t>
              </a:r>
              <a:endParaRPr lang="en-VN" sz="2800" b="1">
                <a:solidFill>
                  <a:schemeClr val="bg1"/>
                </a:solidFill>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E57F4F9A-6266-8C8C-2ABD-6DABB3ECE8E4}"/>
                </a:ext>
              </a:extLst>
            </p:cNvPr>
            <p:cNvSpPr txBox="1"/>
            <p:nvPr/>
          </p:nvSpPr>
          <p:spPr>
            <a:xfrm>
              <a:off x="1862399" y="5819210"/>
              <a:ext cx="6609248" cy="461665"/>
            </a:xfrm>
            <a:prstGeom prst="rect">
              <a:avLst/>
            </a:prstGeom>
            <a:noFill/>
          </p:spPr>
          <p:txBody>
            <a:bodyPr wrap="square" rtlCol="0" anchor="ctr">
              <a:spAutoFit/>
            </a:bodyPr>
            <a:lstStyle/>
            <a:p>
              <a:r>
                <a:rPr lang="en-US" sz="2400" dirty="0" err="1">
                  <a:solidFill>
                    <a:schemeClr val="bg1"/>
                  </a:solidFill>
                </a:rPr>
                <a:t>Tổng</a:t>
              </a:r>
              <a:r>
                <a:rPr lang="en-US" sz="2400" dirty="0">
                  <a:solidFill>
                    <a:schemeClr val="bg1"/>
                  </a:solidFill>
                </a:rPr>
                <a:t> </a:t>
              </a:r>
              <a:r>
                <a:rPr lang="en-US" sz="2400" dirty="0" err="1">
                  <a:solidFill>
                    <a:schemeClr val="bg1"/>
                  </a:solidFill>
                </a:rPr>
                <a:t>kết</a:t>
              </a:r>
              <a:endParaRPr lang="en-VN" sz="2400" dirty="0">
                <a:solidFill>
                  <a:schemeClr val="bg1"/>
                </a:solidFill>
              </a:endParaRPr>
            </a:p>
          </p:txBody>
        </p:sp>
      </p:grpSp>
    </p:spTree>
    <p:extLst>
      <p:ext uri="{BB962C8B-B14F-4D97-AF65-F5344CB8AC3E}">
        <p14:creationId xmlns:p14="http://schemas.microsoft.com/office/powerpoint/2010/main" val="1264955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DF266DD-010D-C751-81B4-EE20FA6ACD2D}"/>
              </a:ext>
            </a:extLst>
          </p:cNvPr>
          <p:cNvSpPr>
            <a:spLocks noGrp="1"/>
          </p:cNvSpPr>
          <p:nvPr>
            <p:ph type="ftr" sz="quarter" idx="11"/>
          </p:nvPr>
        </p:nvSpPr>
        <p:spPr/>
        <p:txBody>
          <a:bodyPr/>
          <a:lstStyle/>
          <a:p>
            <a:r>
              <a:rPr lang="en-US"/>
              <a:t>Copyrights 2024 CE-UIT. All Rights Reserved.</a:t>
            </a:r>
            <a:endParaRPr lang="en-US" dirty="0"/>
          </a:p>
        </p:txBody>
      </p:sp>
      <p:sp>
        <p:nvSpPr>
          <p:cNvPr id="3" name="Slide Number Placeholder 2">
            <a:extLst>
              <a:ext uri="{FF2B5EF4-FFF2-40B4-BE49-F238E27FC236}">
                <a16:creationId xmlns:a16="http://schemas.microsoft.com/office/drawing/2014/main" id="{A755DFA0-77CF-682B-DB0F-3CA5F3D4E2D6}"/>
              </a:ext>
            </a:extLst>
          </p:cNvPr>
          <p:cNvSpPr>
            <a:spLocks noGrp="1"/>
          </p:cNvSpPr>
          <p:nvPr>
            <p:ph type="sldNum" sz="quarter" idx="12"/>
          </p:nvPr>
        </p:nvSpPr>
        <p:spPr/>
        <p:txBody>
          <a:bodyPr/>
          <a:lstStyle/>
          <a:p>
            <a:fld id="{48F63A3B-78C7-47BE-AE5E-E10140E04643}" type="slidenum">
              <a:rPr lang="en-US" smtClean="0"/>
              <a:pPr/>
              <a:t>3</a:t>
            </a:fld>
            <a:endParaRPr lang="en-US" dirty="0"/>
          </a:p>
        </p:txBody>
      </p:sp>
      <p:sp>
        <p:nvSpPr>
          <p:cNvPr id="4" name="Title 3">
            <a:extLst>
              <a:ext uri="{FF2B5EF4-FFF2-40B4-BE49-F238E27FC236}">
                <a16:creationId xmlns:a16="http://schemas.microsoft.com/office/drawing/2014/main" id="{24F102CA-5304-CD28-FA99-0E2872F9AC36}"/>
              </a:ext>
            </a:extLst>
          </p:cNvPr>
          <p:cNvSpPr>
            <a:spLocks noGrp="1"/>
          </p:cNvSpPr>
          <p:nvPr>
            <p:ph type="title"/>
          </p:nvPr>
        </p:nvSpPr>
        <p:spPr/>
        <p:txBody>
          <a:bodyPr>
            <a:normAutofit fontScale="90000"/>
          </a:bodyPr>
          <a:lstStyle/>
          <a:p>
            <a:r>
              <a:rPr lang="en-US" dirty="0"/>
              <a:t>ĐẶT VẤN ĐỀ VÀ TỔNG QUAN ĐỀ TÀI</a:t>
            </a:r>
            <a:endParaRPr lang="en-VN" dirty="0"/>
          </a:p>
        </p:txBody>
      </p:sp>
      <p:sp>
        <p:nvSpPr>
          <p:cNvPr id="5" name="Text Placeholder 4">
            <a:extLst>
              <a:ext uri="{FF2B5EF4-FFF2-40B4-BE49-F238E27FC236}">
                <a16:creationId xmlns:a16="http://schemas.microsoft.com/office/drawing/2014/main" id="{565E2CB9-B8D2-5359-3AF8-5D750D3658A9}"/>
              </a:ext>
            </a:extLst>
          </p:cNvPr>
          <p:cNvSpPr>
            <a:spLocks noGrp="1"/>
          </p:cNvSpPr>
          <p:nvPr>
            <p:ph type="body" idx="1"/>
          </p:nvPr>
        </p:nvSpPr>
        <p:spPr/>
        <p:txBody>
          <a:bodyPr/>
          <a:lstStyle/>
          <a:p>
            <a:endParaRPr lang="en-VN"/>
          </a:p>
        </p:txBody>
      </p:sp>
      <p:sp>
        <p:nvSpPr>
          <p:cNvPr id="6" name="Content Placeholder 5">
            <a:extLst>
              <a:ext uri="{FF2B5EF4-FFF2-40B4-BE49-F238E27FC236}">
                <a16:creationId xmlns:a16="http://schemas.microsoft.com/office/drawing/2014/main" id="{BD6FA1F8-B18B-434A-A4DB-69E8492E2C5D}"/>
              </a:ext>
            </a:extLst>
          </p:cNvPr>
          <p:cNvSpPr>
            <a:spLocks noGrp="1"/>
          </p:cNvSpPr>
          <p:nvPr>
            <p:ph sz="quarter" idx="13"/>
          </p:nvPr>
        </p:nvSpPr>
        <p:spPr/>
        <p:txBody>
          <a:bodyPr/>
          <a:lstStyle/>
          <a:p>
            <a:r>
              <a:rPr lang="en-VN" dirty="0"/>
              <a:t>01</a:t>
            </a:r>
          </a:p>
        </p:txBody>
      </p:sp>
    </p:spTree>
    <p:extLst>
      <p:ext uri="{BB962C8B-B14F-4D97-AF65-F5344CB8AC3E}">
        <p14:creationId xmlns:p14="http://schemas.microsoft.com/office/powerpoint/2010/main" val="13537215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B7D05-0C4E-A77F-E26E-F3AF1D5B275D}"/>
              </a:ext>
            </a:extLst>
          </p:cNvPr>
          <p:cNvSpPr>
            <a:spLocks noGrp="1"/>
          </p:cNvSpPr>
          <p:nvPr>
            <p:ph type="title"/>
          </p:nvPr>
        </p:nvSpPr>
        <p:spPr/>
        <p:txBody>
          <a:bodyPr/>
          <a:lstStyle/>
          <a:p>
            <a:r>
              <a:rPr lang="en-VN" dirty="0"/>
              <a:t>1. </a:t>
            </a:r>
            <a:r>
              <a:rPr lang="en-US" dirty="0" err="1"/>
              <a:t>Đặt</a:t>
            </a:r>
            <a:r>
              <a:rPr lang="en-US" dirty="0"/>
              <a:t> </a:t>
            </a:r>
            <a:r>
              <a:rPr lang="en-US" dirty="0" err="1"/>
              <a:t>vấn</a:t>
            </a:r>
            <a:r>
              <a:rPr lang="en-US" dirty="0"/>
              <a:t> </a:t>
            </a:r>
            <a:r>
              <a:rPr lang="en-US" dirty="0" err="1"/>
              <a:t>đề</a:t>
            </a:r>
            <a:r>
              <a:rPr lang="en-US" dirty="0"/>
              <a:t> </a:t>
            </a:r>
            <a:r>
              <a:rPr lang="en-US" dirty="0" err="1"/>
              <a:t>và</a:t>
            </a:r>
            <a:r>
              <a:rPr lang="en-US" dirty="0"/>
              <a:t> </a:t>
            </a:r>
            <a:r>
              <a:rPr lang="en-US" dirty="0" err="1"/>
              <a:t>tổng</a:t>
            </a:r>
            <a:r>
              <a:rPr lang="en-US" dirty="0"/>
              <a:t> </a:t>
            </a:r>
            <a:r>
              <a:rPr lang="en-US" dirty="0" err="1"/>
              <a:t>quan</a:t>
            </a:r>
            <a:r>
              <a:rPr lang="en-US" dirty="0"/>
              <a:t> </a:t>
            </a:r>
            <a:r>
              <a:rPr lang="en-US" dirty="0" err="1"/>
              <a:t>đề</a:t>
            </a:r>
            <a:r>
              <a:rPr lang="en-US" dirty="0"/>
              <a:t> </a:t>
            </a:r>
            <a:r>
              <a:rPr lang="en-US" dirty="0" err="1"/>
              <a:t>tài</a:t>
            </a:r>
            <a:endParaRPr lang="en-VN" dirty="0"/>
          </a:p>
        </p:txBody>
      </p:sp>
      <p:sp>
        <p:nvSpPr>
          <p:cNvPr id="3" name="Content Placeholder 2">
            <a:extLst>
              <a:ext uri="{FF2B5EF4-FFF2-40B4-BE49-F238E27FC236}">
                <a16:creationId xmlns:a16="http://schemas.microsoft.com/office/drawing/2014/main" id="{C184955D-FD4B-EB3E-53CC-9CD6B5478F20}"/>
              </a:ext>
            </a:extLst>
          </p:cNvPr>
          <p:cNvSpPr>
            <a:spLocks noGrp="1"/>
          </p:cNvSpPr>
          <p:nvPr>
            <p:ph idx="1"/>
          </p:nvPr>
        </p:nvSpPr>
        <p:spPr>
          <a:xfrm>
            <a:off x="606000" y="2638941"/>
            <a:ext cx="5515583" cy="3018650"/>
          </a:xfrm>
        </p:spPr>
        <p:txBody>
          <a:bodyPr>
            <a:noAutofit/>
          </a:bodyPr>
          <a:lstStyle/>
          <a:p>
            <a:pPr marL="457200" lvl="1" indent="0" algn="just">
              <a:buNone/>
            </a:pPr>
            <a:r>
              <a:rPr lang="en-US" sz="1500" dirty="0" err="1">
                <a:latin typeface="+mj-lt"/>
                <a:ea typeface="Inter"/>
                <a:cs typeface="Inter"/>
                <a:sym typeface="Inter"/>
              </a:rPr>
              <a:t>Sự</a:t>
            </a:r>
            <a:r>
              <a:rPr lang="en-US" sz="1500" dirty="0">
                <a:latin typeface="+mj-lt"/>
                <a:ea typeface="Inter"/>
                <a:cs typeface="Inter"/>
                <a:sym typeface="Inter"/>
              </a:rPr>
              <a:t> </a:t>
            </a:r>
            <a:r>
              <a:rPr lang="en-US" sz="1500" dirty="0" err="1">
                <a:latin typeface="+mj-lt"/>
                <a:ea typeface="Inter"/>
                <a:cs typeface="Inter"/>
                <a:sym typeface="Inter"/>
              </a:rPr>
              <a:t>bùng</a:t>
            </a:r>
            <a:r>
              <a:rPr lang="en-US" sz="1500" dirty="0">
                <a:latin typeface="+mj-lt"/>
                <a:ea typeface="Inter"/>
                <a:cs typeface="Inter"/>
                <a:sym typeface="Inter"/>
              </a:rPr>
              <a:t> </a:t>
            </a:r>
            <a:r>
              <a:rPr lang="en-US" sz="1500" dirty="0" err="1">
                <a:latin typeface="+mj-lt"/>
                <a:ea typeface="Inter"/>
                <a:cs typeface="Inter"/>
                <a:sym typeface="Inter"/>
              </a:rPr>
              <a:t>nổ</a:t>
            </a:r>
            <a:r>
              <a:rPr lang="en-US" sz="1500" dirty="0">
                <a:latin typeface="+mj-lt"/>
                <a:ea typeface="Inter"/>
                <a:cs typeface="Inter"/>
                <a:sym typeface="Inter"/>
              </a:rPr>
              <a:t> </a:t>
            </a:r>
            <a:r>
              <a:rPr lang="en-US" sz="1500" dirty="0" err="1">
                <a:latin typeface="+mj-lt"/>
                <a:ea typeface="Inter"/>
                <a:cs typeface="Inter"/>
                <a:sym typeface="Inter"/>
              </a:rPr>
              <a:t>của</a:t>
            </a:r>
            <a:r>
              <a:rPr lang="en-US" sz="1500" dirty="0">
                <a:latin typeface="+mj-lt"/>
                <a:ea typeface="Inter"/>
                <a:cs typeface="Inter"/>
                <a:sym typeface="Inter"/>
              </a:rPr>
              <a:t> robot di </a:t>
            </a:r>
            <a:r>
              <a:rPr lang="en-US" sz="1500" dirty="0" err="1">
                <a:latin typeface="+mj-lt"/>
                <a:ea typeface="Inter"/>
                <a:cs typeface="Inter"/>
                <a:sym typeface="Inter"/>
              </a:rPr>
              <a:t>động</a:t>
            </a:r>
            <a:r>
              <a:rPr lang="en-US" sz="1500" dirty="0">
                <a:latin typeface="+mj-lt"/>
                <a:ea typeface="Inter"/>
                <a:cs typeface="Inter"/>
                <a:sym typeface="Inter"/>
              </a:rPr>
              <a:t> </a:t>
            </a:r>
            <a:r>
              <a:rPr lang="en-US" sz="1500" dirty="0" err="1">
                <a:latin typeface="+mj-lt"/>
                <a:ea typeface="Inter"/>
                <a:cs typeface="Inter"/>
                <a:sym typeface="Inter"/>
              </a:rPr>
              <a:t>tự</a:t>
            </a:r>
            <a:r>
              <a:rPr lang="en-US" sz="1500" dirty="0">
                <a:latin typeface="+mj-lt"/>
                <a:ea typeface="Inter"/>
                <a:cs typeface="Inter"/>
                <a:sym typeface="Inter"/>
              </a:rPr>
              <a:t> </a:t>
            </a:r>
            <a:r>
              <a:rPr lang="en-US" sz="1500" dirty="0" err="1">
                <a:latin typeface="+mj-lt"/>
                <a:ea typeface="Inter"/>
                <a:cs typeface="Inter"/>
                <a:sym typeface="Inter"/>
              </a:rPr>
              <a:t>hành</a:t>
            </a:r>
            <a:r>
              <a:rPr lang="en-US" sz="1500" dirty="0">
                <a:latin typeface="+mj-lt"/>
                <a:ea typeface="Inter"/>
                <a:cs typeface="Inter"/>
                <a:sym typeface="Inter"/>
              </a:rPr>
              <a:t> (AMR) </a:t>
            </a:r>
            <a:r>
              <a:rPr lang="en-US" sz="1500" dirty="0" err="1">
                <a:latin typeface="+mj-lt"/>
                <a:ea typeface="Inter"/>
                <a:cs typeface="Inter"/>
                <a:sym typeface="Inter"/>
              </a:rPr>
              <a:t>trong</a:t>
            </a:r>
            <a:r>
              <a:rPr lang="en-US" sz="1500" dirty="0">
                <a:latin typeface="+mj-lt"/>
                <a:ea typeface="Inter"/>
                <a:cs typeface="Inter"/>
                <a:sym typeface="Inter"/>
              </a:rPr>
              <a:t> </a:t>
            </a:r>
            <a:r>
              <a:rPr lang="en-US" sz="1500" dirty="0" err="1">
                <a:latin typeface="+mj-lt"/>
                <a:ea typeface="Inter"/>
                <a:cs typeface="Inter"/>
                <a:sym typeface="Inter"/>
              </a:rPr>
              <a:t>công</a:t>
            </a:r>
            <a:r>
              <a:rPr lang="en-US" sz="1500" dirty="0">
                <a:latin typeface="+mj-lt"/>
                <a:ea typeface="Inter"/>
                <a:cs typeface="Inter"/>
                <a:sym typeface="Inter"/>
              </a:rPr>
              <a:t> </a:t>
            </a:r>
            <a:r>
              <a:rPr lang="en-US" sz="1500" dirty="0" err="1">
                <a:latin typeface="+mj-lt"/>
                <a:ea typeface="Inter"/>
                <a:cs typeface="Inter"/>
                <a:sym typeface="Inter"/>
              </a:rPr>
              <a:t>nghiệp</a:t>
            </a:r>
            <a:r>
              <a:rPr lang="en-US" sz="1500" dirty="0">
                <a:latin typeface="+mj-lt"/>
                <a:ea typeface="Inter"/>
                <a:cs typeface="Inter"/>
                <a:sym typeface="Inter"/>
              </a:rPr>
              <a:t> 4.0 </a:t>
            </a:r>
            <a:r>
              <a:rPr lang="en-US" sz="1500" dirty="0" err="1">
                <a:latin typeface="+mj-lt"/>
                <a:ea typeface="Inter"/>
                <a:cs typeface="Inter"/>
                <a:sym typeface="Inter"/>
              </a:rPr>
              <a:t>đòi</a:t>
            </a:r>
            <a:r>
              <a:rPr lang="en-US" sz="1500" dirty="0">
                <a:latin typeface="+mj-lt"/>
                <a:ea typeface="Inter"/>
                <a:cs typeface="Inter"/>
                <a:sym typeface="Inter"/>
              </a:rPr>
              <a:t> </a:t>
            </a:r>
            <a:r>
              <a:rPr lang="en-US" sz="1500" dirty="0" err="1">
                <a:latin typeface="+mj-lt"/>
                <a:ea typeface="Inter"/>
                <a:cs typeface="Inter"/>
                <a:sym typeface="Inter"/>
              </a:rPr>
              <a:t>hỏi</a:t>
            </a:r>
            <a:r>
              <a:rPr lang="en-US" sz="1500" dirty="0">
                <a:latin typeface="+mj-lt"/>
                <a:ea typeface="Inter"/>
                <a:cs typeface="Inter"/>
                <a:sym typeface="Inter"/>
              </a:rPr>
              <a:t> </a:t>
            </a:r>
            <a:r>
              <a:rPr lang="en-US" sz="1500" dirty="0" err="1">
                <a:latin typeface="+mj-lt"/>
                <a:ea typeface="Inter"/>
                <a:cs typeface="Inter"/>
                <a:sym typeface="Inter"/>
              </a:rPr>
              <a:t>hạ</a:t>
            </a:r>
            <a:r>
              <a:rPr lang="en-US" sz="1500" dirty="0">
                <a:latin typeface="+mj-lt"/>
                <a:ea typeface="Inter"/>
                <a:cs typeface="Inter"/>
                <a:sym typeface="Inter"/>
              </a:rPr>
              <a:t> </a:t>
            </a:r>
            <a:r>
              <a:rPr lang="en-US" sz="1500" dirty="0" err="1">
                <a:latin typeface="+mj-lt"/>
                <a:ea typeface="Inter"/>
                <a:cs typeface="Inter"/>
                <a:sym typeface="Inter"/>
              </a:rPr>
              <a:t>tầng</a:t>
            </a:r>
            <a:r>
              <a:rPr lang="en-US" sz="1500" dirty="0">
                <a:latin typeface="+mj-lt"/>
                <a:ea typeface="Inter"/>
                <a:cs typeface="Inter"/>
                <a:sym typeface="Inter"/>
              </a:rPr>
              <a:t> </a:t>
            </a:r>
            <a:r>
              <a:rPr lang="en-US" sz="1500" dirty="0" err="1">
                <a:latin typeface="+mj-lt"/>
                <a:ea typeface="Inter"/>
                <a:cs typeface="Inter"/>
                <a:sym typeface="Inter"/>
              </a:rPr>
              <a:t>điều</a:t>
            </a:r>
            <a:r>
              <a:rPr lang="en-US" sz="1500" dirty="0">
                <a:latin typeface="+mj-lt"/>
                <a:ea typeface="Inter"/>
                <a:cs typeface="Inter"/>
                <a:sym typeface="Inter"/>
              </a:rPr>
              <a:t> </a:t>
            </a:r>
            <a:r>
              <a:rPr lang="en-US" sz="1500" dirty="0" err="1">
                <a:latin typeface="+mj-lt"/>
                <a:ea typeface="Inter"/>
                <a:cs typeface="Inter"/>
                <a:sym typeface="Inter"/>
              </a:rPr>
              <a:t>khiển</a:t>
            </a:r>
            <a:r>
              <a:rPr lang="en-US" sz="1500" dirty="0">
                <a:latin typeface="+mj-lt"/>
                <a:ea typeface="Inter"/>
                <a:cs typeface="Inter"/>
                <a:sym typeface="Inter"/>
              </a:rPr>
              <a:t> </a:t>
            </a:r>
            <a:r>
              <a:rPr lang="en-US" sz="1500" dirty="0" err="1">
                <a:latin typeface="+mj-lt"/>
                <a:ea typeface="Inter"/>
                <a:cs typeface="Inter"/>
                <a:sym typeface="Inter"/>
              </a:rPr>
              <a:t>thời</a:t>
            </a:r>
            <a:r>
              <a:rPr lang="en-US" sz="1500" dirty="0">
                <a:latin typeface="+mj-lt"/>
                <a:ea typeface="Inter"/>
                <a:cs typeface="Inter"/>
                <a:sym typeface="Inter"/>
              </a:rPr>
              <a:t> </a:t>
            </a:r>
            <a:r>
              <a:rPr lang="en-US" sz="1500" dirty="0" err="1">
                <a:latin typeface="+mj-lt"/>
                <a:ea typeface="Inter"/>
                <a:cs typeface="Inter"/>
                <a:sym typeface="Inter"/>
              </a:rPr>
              <a:t>gian</a:t>
            </a:r>
            <a:r>
              <a:rPr lang="en-US" sz="1500" dirty="0">
                <a:latin typeface="+mj-lt"/>
                <a:ea typeface="Inter"/>
                <a:cs typeface="Inter"/>
                <a:sym typeface="Inter"/>
              </a:rPr>
              <a:t> </a:t>
            </a:r>
            <a:r>
              <a:rPr lang="en-US" sz="1500" dirty="0" err="1">
                <a:latin typeface="+mj-lt"/>
                <a:ea typeface="Inter"/>
                <a:cs typeface="Inter"/>
                <a:sym typeface="Inter"/>
              </a:rPr>
              <a:t>thực</a:t>
            </a:r>
            <a:r>
              <a:rPr lang="en-US" sz="1500" dirty="0">
                <a:latin typeface="+mj-lt"/>
                <a:ea typeface="Inter"/>
                <a:cs typeface="Inter"/>
                <a:sym typeface="Inter"/>
              </a:rPr>
              <a:t> </a:t>
            </a:r>
            <a:r>
              <a:rPr lang="en-US" sz="1500" dirty="0" err="1">
                <a:latin typeface="+mj-lt"/>
                <a:ea typeface="Inter"/>
                <a:cs typeface="Inter"/>
                <a:sym typeface="Inter"/>
              </a:rPr>
              <a:t>chính</a:t>
            </a:r>
            <a:r>
              <a:rPr lang="en-US" sz="1500" dirty="0">
                <a:latin typeface="+mj-lt"/>
                <a:ea typeface="Inter"/>
                <a:cs typeface="Inter"/>
                <a:sym typeface="Inter"/>
              </a:rPr>
              <a:t> </a:t>
            </a:r>
            <a:r>
              <a:rPr lang="en-US" sz="1500" dirty="0" err="1">
                <a:latin typeface="+mj-lt"/>
                <a:ea typeface="Inter"/>
                <a:cs typeface="Inter"/>
                <a:sym typeface="Inter"/>
              </a:rPr>
              <a:t>xác</a:t>
            </a:r>
            <a:r>
              <a:rPr lang="en-US" sz="1500" dirty="0">
                <a:latin typeface="+mj-lt"/>
                <a:ea typeface="Inter"/>
                <a:cs typeface="Inter"/>
                <a:sym typeface="Inter"/>
              </a:rPr>
              <a:t>.</a:t>
            </a:r>
            <a:endParaRPr lang="en-US" sz="1500" dirty="0">
              <a:latin typeface="+mj-lt"/>
            </a:endParaRPr>
          </a:p>
          <a:p>
            <a:pPr marL="457200" lvl="1" indent="0" algn="just">
              <a:buNone/>
            </a:pPr>
            <a:r>
              <a:rPr lang="vi-VN" sz="1500" dirty="0">
                <a:latin typeface="+mj-lt"/>
                <a:ea typeface="Inter"/>
                <a:cs typeface="Inter"/>
                <a:sym typeface="Inter"/>
              </a:rPr>
              <a:t>Tuy nhiên, các hệ thống điều khiển Core (như </a:t>
            </a:r>
            <a:r>
              <a:rPr lang="vi-VN" sz="1500" b="1" dirty="0">
                <a:latin typeface="+mj-lt"/>
                <a:ea typeface="Inter"/>
                <a:cs typeface="Inter"/>
                <a:sym typeface="Inter"/>
              </a:rPr>
              <a:t>ROS 2 Backend</a:t>
            </a:r>
            <a:r>
              <a:rPr lang="vi-VN" sz="1500" dirty="0">
                <a:latin typeface="+mj-lt"/>
                <a:ea typeface="Inter"/>
                <a:cs typeface="Inter"/>
                <a:sym typeface="Inter"/>
              </a:rPr>
              <a:t>) thường thiếu một giao diện tương tác người-máy (HMI) trực quan, có tính phản hồi cao và tích hợp thông minh cục bộ.</a:t>
            </a:r>
            <a:endParaRPr lang="vi-VN" sz="1500" dirty="0">
              <a:latin typeface="+mj-lt"/>
            </a:endParaRPr>
          </a:p>
          <a:p>
            <a:pPr marL="457200" lvl="1" indent="0" algn="just">
              <a:buNone/>
            </a:pPr>
            <a:r>
              <a:rPr lang="vi-VN" sz="1500" dirty="0">
                <a:latin typeface="+mj-lt"/>
                <a:ea typeface="Inter"/>
                <a:cs typeface="Inter"/>
                <a:sym typeface="Inter"/>
              </a:rPr>
              <a:t>Yêu cầu đặt ra là phải đảm bảo luồng dựng hình đồ họa mượt </a:t>
            </a:r>
            <a:r>
              <a:rPr lang="vi-VN" sz="1500">
                <a:latin typeface="+mj-lt"/>
                <a:ea typeface="Inter"/>
                <a:cs typeface="Inter"/>
                <a:sym typeface="Inter"/>
              </a:rPr>
              <a:t>mà đồng </a:t>
            </a:r>
            <a:r>
              <a:rPr lang="vi-VN" sz="1500" dirty="0">
                <a:latin typeface="+mj-lt"/>
                <a:ea typeface="Inter"/>
                <a:cs typeface="Inter"/>
                <a:sym typeface="Inter"/>
              </a:rPr>
              <a:t>thời không bị ảnh hưởng bởi tải xử lý tính toán nặng từ robot.</a:t>
            </a:r>
            <a:endParaRPr lang="vi-VN" sz="1500" dirty="0">
              <a:latin typeface="+mj-lt"/>
            </a:endParaRPr>
          </a:p>
        </p:txBody>
      </p:sp>
      <p:sp>
        <p:nvSpPr>
          <p:cNvPr id="4" name="Footer Placeholder 3">
            <a:extLst>
              <a:ext uri="{FF2B5EF4-FFF2-40B4-BE49-F238E27FC236}">
                <a16:creationId xmlns:a16="http://schemas.microsoft.com/office/drawing/2014/main" id="{015C65A7-EBE0-CFEF-DECA-4B82E533706E}"/>
              </a:ext>
            </a:extLst>
          </p:cNvPr>
          <p:cNvSpPr>
            <a:spLocks noGrp="1"/>
          </p:cNvSpPr>
          <p:nvPr>
            <p:ph type="ftr" sz="quarter" idx="11"/>
          </p:nvPr>
        </p:nvSpPr>
        <p:spPr/>
        <p:txBody>
          <a:bodyPr/>
          <a:lstStyle/>
          <a:p>
            <a:r>
              <a:rPr lang="en-US"/>
              <a:t>Copyrights 2024 CE-UIT. All Rights Reserved.</a:t>
            </a:r>
            <a:endParaRPr lang="en-US" dirty="0"/>
          </a:p>
        </p:txBody>
      </p:sp>
      <p:sp>
        <p:nvSpPr>
          <p:cNvPr id="5" name="Slide Number Placeholder 4">
            <a:extLst>
              <a:ext uri="{FF2B5EF4-FFF2-40B4-BE49-F238E27FC236}">
                <a16:creationId xmlns:a16="http://schemas.microsoft.com/office/drawing/2014/main" id="{90FB323D-3E60-D198-26D8-C64C76E6940D}"/>
              </a:ext>
            </a:extLst>
          </p:cNvPr>
          <p:cNvSpPr>
            <a:spLocks noGrp="1"/>
          </p:cNvSpPr>
          <p:nvPr>
            <p:ph type="sldNum" sz="quarter" idx="12"/>
          </p:nvPr>
        </p:nvSpPr>
        <p:spPr/>
        <p:txBody>
          <a:bodyPr/>
          <a:lstStyle/>
          <a:p>
            <a:fld id="{48F63A3B-78C7-47BE-AE5E-E10140E04643}" type="slidenum">
              <a:rPr lang="en-US" smtClean="0"/>
              <a:pPr/>
              <a:t>4</a:t>
            </a:fld>
            <a:endParaRPr lang="en-US" dirty="0"/>
          </a:p>
        </p:txBody>
      </p:sp>
      <p:sp>
        <p:nvSpPr>
          <p:cNvPr id="8" name="Content Placeholder 2">
            <a:extLst>
              <a:ext uri="{FF2B5EF4-FFF2-40B4-BE49-F238E27FC236}">
                <a16:creationId xmlns:a16="http://schemas.microsoft.com/office/drawing/2014/main" id="{91185352-EF3B-0CE0-D4D5-61B93F71DD73}"/>
              </a:ext>
            </a:extLst>
          </p:cNvPr>
          <p:cNvSpPr txBox="1">
            <a:spLocks/>
          </p:cNvSpPr>
          <p:nvPr/>
        </p:nvSpPr>
        <p:spPr>
          <a:xfrm>
            <a:off x="6290964" y="2641686"/>
            <a:ext cx="5515583" cy="3018650"/>
          </a:xfrm>
          <a:prstGeom prst="rect">
            <a:avLst/>
          </a:prstGeom>
        </p:spPr>
        <p:txBody>
          <a:bodyPr vert="horz" lIns="91440" tIns="45720" rIns="91440" bIns="45720" rtlCol="0">
            <a:noAutofit/>
          </a:bodyPr>
          <a:lstStyle>
            <a:lvl1pPr marL="228600" indent="-228600" algn="l" defTabSz="914400" rtl="0" eaLnBrk="1" latinLnBrk="0" hangingPunct="1">
              <a:lnSpc>
                <a:spcPct val="130000"/>
              </a:lnSpc>
              <a:spcBef>
                <a:spcPts val="300"/>
              </a:spcBef>
              <a:spcAft>
                <a:spcPts val="3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30000"/>
              </a:lnSpc>
              <a:spcBef>
                <a:spcPts val="300"/>
              </a:spcBef>
              <a:spcAft>
                <a:spcPts val="3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30000"/>
              </a:lnSpc>
              <a:spcBef>
                <a:spcPts val="300"/>
              </a:spcBef>
              <a:spcAft>
                <a:spcPts val="3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30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30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gn="just">
              <a:buNone/>
            </a:pPr>
            <a:r>
              <a:rPr lang="vi-VN" sz="1500" b="1" dirty="0">
                <a:latin typeface="+mj-lt"/>
                <a:ea typeface="Inter"/>
                <a:cs typeface="Inter"/>
                <a:sym typeface="Inter"/>
              </a:rPr>
              <a:t>Xây dựng HMI chuẩn hóa MVVM</a:t>
            </a:r>
            <a:r>
              <a:rPr lang="vi-VN" sz="1500" dirty="0">
                <a:latin typeface="+mj-lt"/>
                <a:ea typeface="Inter"/>
                <a:cs typeface="Inter"/>
                <a:sym typeface="Inter"/>
              </a:rPr>
              <a:t>: Tách biệt luồng hiển thị (QML/Qt Quick) và logic nghiệp vụ (C++17).</a:t>
            </a:r>
          </a:p>
          <a:p>
            <a:pPr marL="457200" lvl="1" indent="0" algn="just">
              <a:buNone/>
            </a:pPr>
            <a:r>
              <a:rPr lang="vi-VN" sz="1500" b="1" dirty="0">
                <a:latin typeface="+mj-lt"/>
                <a:ea typeface="Inter"/>
                <a:cs typeface="Inter"/>
                <a:sym typeface="Inter"/>
              </a:rPr>
              <a:t>Tích hợp ROS 2 thời gian thực</a:t>
            </a:r>
            <a:r>
              <a:rPr lang="vi-VN" sz="1500" dirty="0">
                <a:latin typeface="+mj-lt"/>
                <a:ea typeface="Inter"/>
                <a:cs typeface="Inter"/>
                <a:sym typeface="Inter"/>
              </a:rPr>
              <a:t>: Đồng bộ bản đồ số hóa, định vị và phát lệnh di chuyển an toàn với độ trễ tối thiểu.</a:t>
            </a:r>
          </a:p>
          <a:p>
            <a:pPr marL="457200" lvl="1" indent="0" algn="just">
              <a:buNone/>
            </a:pPr>
            <a:r>
              <a:rPr lang="vi-VN" sz="1500" b="1" dirty="0">
                <a:latin typeface="+mj-lt"/>
                <a:ea typeface="Inter"/>
                <a:cs typeface="Inter"/>
                <a:sym typeface="Inter"/>
              </a:rPr>
              <a:t>Trí tuệ nhân tạo biên (Edge AI)</a:t>
            </a:r>
            <a:r>
              <a:rPr lang="vi-VN" sz="1500" dirty="0">
                <a:latin typeface="+mj-lt"/>
                <a:ea typeface="Inter"/>
                <a:cs typeface="Inter"/>
                <a:sym typeface="Inter"/>
              </a:rPr>
              <a:t>: Tích hợp chatbot RAG cục bộ vận hành offline 100% trên thiết bị nhúng Jetson Xavier.</a:t>
            </a:r>
          </a:p>
          <a:p>
            <a:pPr marL="457200" lvl="1" indent="0" algn="just">
              <a:buNone/>
            </a:pPr>
            <a:r>
              <a:rPr lang="vi-VN" sz="1500" b="1" dirty="0">
                <a:latin typeface="+mj-lt"/>
                <a:ea typeface="Inter"/>
                <a:cs typeface="Inter"/>
                <a:sym typeface="Inter"/>
              </a:rPr>
              <a:t>Tiện ích thông minh</a:t>
            </a:r>
            <a:r>
              <a:rPr lang="vi-VN" sz="1500" dirty="0">
                <a:latin typeface="+mj-lt"/>
                <a:ea typeface="Inter"/>
                <a:cs typeface="Inter"/>
                <a:sym typeface="Inter"/>
              </a:rPr>
              <a:t>: Pipeline nạp tài liệu trình chiếu đa phương tiện qua mã QR; Giám sát phần cứng thời gian thực.</a:t>
            </a:r>
          </a:p>
        </p:txBody>
      </p:sp>
      <p:sp>
        <p:nvSpPr>
          <p:cNvPr id="10" name="Google Shape;103;p14">
            <a:extLst>
              <a:ext uri="{FF2B5EF4-FFF2-40B4-BE49-F238E27FC236}">
                <a16:creationId xmlns:a16="http://schemas.microsoft.com/office/drawing/2014/main" id="{1BE0D2AB-B6C2-122C-6EE8-10846F250E83}"/>
              </a:ext>
            </a:extLst>
          </p:cNvPr>
          <p:cNvSpPr txBox="1"/>
          <p:nvPr/>
        </p:nvSpPr>
        <p:spPr>
          <a:xfrm>
            <a:off x="1158908" y="2157709"/>
            <a:ext cx="2204883"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0" i="0" u="none" strike="noStrike" cap="none" dirty="0" err="1">
                <a:solidFill>
                  <a:srgbClr val="10B981"/>
                </a:solidFill>
                <a:latin typeface="+mj-lt"/>
                <a:ea typeface="Poppins SemiBold"/>
                <a:cs typeface="Poppins SemiBold"/>
                <a:sym typeface="Poppins SemiBold"/>
              </a:rPr>
              <a:t>Thách</a:t>
            </a:r>
            <a:r>
              <a:rPr lang="en-US" sz="2000" b="0" i="0" u="none" strike="noStrike" cap="none" dirty="0">
                <a:solidFill>
                  <a:srgbClr val="10B981"/>
                </a:solidFill>
                <a:latin typeface="+mj-lt"/>
                <a:ea typeface="Poppins SemiBold"/>
                <a:cs typeface="Poppins SemiBold"/>
                <a:sym typeface="Poppins SemiBold"/>
              </a:rPr>
              <a:t> </a:t>
            </a:r>
            <a:r>
              <a:rPr lang="en-US" sz="2000" b="0" i="0" u="none" strike="noStrike" cap="none" dirty="0" err="1">
                <a:solidFill>
                  <a:srgbClr val="10B981"/>
                </a:solidFill>
                <a:latin typeface="+mj-lt"/>
                <a:ea typeface="Poppins SemiBold"/>
                <a:cs typeface="Poppins SemiBold"/>
                <a:sym typeface="Poppins SemiBold"/>
              </a:rPr>
              <a:t>thức</a:t>
            </a:r>
            <a:r>
              <a:rPr lang="en-US" sz="2000" b="0" i="0" u="none" strike="noStrike" cap="none" dirty="0">
                <a:solidFill>
                  <a:srgbClr val="10B981"/>
                </a:solidFill>
                <a:latin typeface="+mj-lt"/>
                <a:ea typeface="Poppins SemiBold"/>
                <a:cs typeface="Poppins SemiBold"/>
                <a:sym typeface="Poppins SemiBold"/>
              </a:rPr>
              <a:t> </a:t>
            </a:r>
            <a:r>
              <a:rPr lang="en-US" sz="2000" b="0" i="0" u="none" strike="noStrike" cap="none" dirty="0" err="1">
                <a:solidFill>
                  <a:srgbClr val="10B981"/>
                </a:solidFill>
                <a:latin typeface="+mj-lt"/>
                <a:ea typeface="Poppins SemiBold"/>
                <a:cs typeface="Poppins SemiBold"/>
                <a:sym typeface="Poppins SemiBold"/>
              </a:rPr>
              <a:t>hiện</a:t>
            </a:r>
            <a:r>
              <a:rPr lang="en-US" sz="2000" b="0" i="0" u="none" strike="noStrike" cap="none" dirty="0">
                <a:solidFill>
                  <a:srgbClr val="10B981"/>
                </a:solidFill>
                <a:latin typeface="+mj-lt"/>
                <a:ea typeface="Poppins SemiBold"/>
                <a:cs typeface="Poppins SemiBold"/>
                <a:sym typeface="Poppins SemiBold"/>
              </a:rPr>
              <a:t> </a:t>
            </a:r>
            <a:r>
              <a:rPr lang="en-US" sz="2000" b="0" i="0" u="none" strike="noStrike" cap="none" dirty="0" err="1">
                <a:solidFill>
                  <a:srgbClr val="10B981"/>
                </a:solidFill>
                <a:latin typeface="+mj-lt"/>
                <a:ea typeface="Poppins SemiBold"/>
                <a:cs typeface="Poppins SemiBold"/>
                <a:sym typeface="Poppins SemiBold"/>
              </a:rPr>
              <a:t>tại</a:t>
            </a:r>
            <a:r>
              <a:rPr lang="en-US" sz="2000" b="0" i="0" u="none" strike="noStrike" cap="none" dirty="0">
                <a:solidFill>
                  <a:srgbClr val="10B981"/>
                </a:solidFill>
                <a:latin typeface="+mj-lt"/>
                <a:ea typeface="Poppins SemiBold"/>
                <a:cs typeface="Poppins SemiBold"/>
                <a:sym typeface="Poppins SemiBold"/>
              </a:rPr>
              <a:t>:</a:t>
            </a:r>
            <a:endParaRPr sz="2000" dirty="0">
              <a:latin typeface="+mj-lt"/>
            </a:endParaRPr>
          </a:p>
        </p:txBody>
      </p:sp>
      <p:sp>
        <p:nvSpPr>
          <p:cNvPr id="12" name="Google Shape;103;p14">
            <a:extLst>
              <a:ext uri="{FF2B5EF4-FFF2-40B4-BE49-F238E27FC236}">
                <a16:creationId xmlns:a16="http://schemas.microsoft.com/office/drawing/2014/main" id="{DC1DED5E-68FD-BE6E-276C-3A146376D3A7}"/>
              </a:ext>
            </a:extLst>
          </p:cNvPr>
          <p:cNvSpPr txBox="1"/>
          <p:nvPr/>
        </p:nvSpPr>
        <p:spPr>
          <a:xfrm>
            <a:off x="6843872" y="2155307"/>
            <a:ext cx="334098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0" i="0" u="none" strike="noStrike" cap="none" dirty="0" err="1">
                <a:solidFill>
                  <a:srgbClr val="10B981"/>
                </a:solidFill>
                <a:latin typeface="+mj-lt"/>
                <a:ea typeface="Poppins SemiBold"/>
                <a:cs typeface="Poppins SemiBold"/>
                <a:sym typeface="Poppins SemiBold"/>
              </a:rPr>
              <a:t>Mục</a:t>
            </a:r>
            <a:r>
              <a:rPr lang="en-US" sz="2000" b="0" i="0" u="none" strike="noStrike" cap="none" dirty="0">
                <a:solidFill>
                  <a:srgbClr val="10B981"/>
                </a:solidFill>
                <a:latin typeface="+mj-lt"/>
                <a:ea typeface="Poppins SemiBold"/>
                <a:cs typeface="Poppins SemiBold"/>
                <a:sym typeface="Poppins SemiBold"/>
              </a:rPr>
              <a:t> </a:t>
            </a:r>
            <a:r>
              <a:rPr lang="en-US" sz="2000" b="0" i="0" u="none" strike="noStrike" cap="none" dirty="0" err="1">
                <a:solidFill>
                  <a:srgbClr val="10B981"/>
                </a:solidFill>
                <a:latin typeface="+mj-lt"/>
                <a:ea typeface="Poppins SemiBold"/>
                <a:cs typeface="Poppins SemiBold"/>
                <a:sym typeface="Poppins SemiBold"/>
              </a:rPr>
              <a:t>tiêu</a:t>
            </a:r>
            <a:r>
              <a:rPr lang="en-US" sz="2000" b="0" i="0" u="none" strike="noStrike" cap="none" dirty="0">
                <a:solidFill>
                  <a:srgbClr val="10B981"/>
                </a:solidFill>
                <a:latin typeface="+mj-lt"/>
                <a:ea typeface="Poppins SemiBold"/>
                <a:cs typeface="Poppins SemiBold"/>
                <a:sym typeface="Poppins SemiBold"/>
              </a:rPr>
              <a:t> </a:t>
            </a:r>
            <a:r>
              <a:rPr lang="en-US" sz="2000" b="0" i="0" u="none" strike="noStrike" cap="none" dirty="0" err="1">
                <a:solidFill>
                  <a:srgbClr val="10B981"/>
                </a:solidFill>
                <a:latin typeface="+mj-lt"/>
                <a:ea typeface="Poppins SemiBold"/>
                <a:cs typeface="Poppins SemiBold"/>
                <a:sym typeface="Poppins SemiBold"/>
              </a:rPr>
              <a:t>cốt</a:t>
            </a:r>
            <a:r>
              <a:rPr lang="en-US" sz="2000" b="0" i="0" u="none" strike="noStrike" cap="none" dirty="0">
                <a:solidFill>
                  <a:srgbClr val="10B981"/>
                </a:solidFill>
                <a:latin typeface="+mj-lt"/>
                <a:ea typeface="Poppins SemiBold"/>
                <a:cs typeface="Poppins SemiBold"/>
                <a:sym typeface="Poppins SemiBold"/>
              </a:rPr>
              <a:t> </a:t>
            </a:r>
            <a:r>
              <a:rPr lang="en-US" sz="2000" b="0" i="0" u="none" strike="noStrike" cap="none" dirty="0" err="1">
                <a:solidFill>
                  <a:srgbClr val="10B981"/>
                </a:solidFill>
                <a:latin typeface="+mj-lt"/>
                <a:ea typeface="Poppins SemiBold"/>
                <a:cs typeface="Poppins SemiBold"/>
                <a:sym typeface="Poppins SemiBold"/>
              </a:rPr>
              <a:t>lõi</a:t>
            </a:r>
            <a:r>
              <a:rPr lang="en-US" sz="2000" b="0" i="0" u="none" strike="noStrike" cap="none" dirty="0">
                <a:solidFill>
                  <a:srgbClr val="10B981"/>
                </a:solidFill>
                <a:latin typeface="+mj-lt"/>
                <a:ea typeface="Poppins SemiBold"/>
                <a:cs typeface="Poppins SemiBold"/>
                <a:sym typeface="Poppins SemiBold"/>
              </a:rPr>
              <a:t> </a:t>
            </a:r>
            <a:r>
              <a:rPr lang="en-US" sz="2000" b="0" i="0" u="none" strike="noStrike" cap="none" dirty="0" err="1">
                <a:solidFill>
                  <a:srgbClr val="10B981"/>
                </a:solidFill>
                <a:latin typeface="+mj-lt"/>
                <a:ea typeface="Poppins SemiBold"/>
                <a:cs typeface="Poppins SemiBold"/>
                <a:sym typeface="Poppins SemiBold"/>
              </a:rPr>
              <a:t>của</a:t>
            </a:r>
            <a:r>
              <a:rPr lang="en-US" sz="2000" b="0" i="0" u="none" strike="noStrike" cap="none" dirty="0">
                <a:solidFill>
                  <a:srgbClr val="10B981"/>
                </a:solidFill>
                <a:latin typeface="+mj-lt"/>
                <a:ea typeface="Poppins SemiBold"/>
                <a:cs typeface="Poppins SemiBold"/>
                <a:sym typeface="Poppins SemiBold"/>
              </a:rPr>
              <a:t> </a:t>
            </a:r>
            <a:r>
              <a:rPr lang="en-US" sz="2000" b="0" i="0" u="none" strike="noStrike" cap="none" dirty="0" err="1">
                <a:solidFill>
                  <a:srgbClr val="10B981"/>
                </a:solidFill>
                <a:latin typeface="+mj-lt"/>
                <a:ea typeface="Poppins SemiBold"/>
                <a:cs typeface="Poppins SemiBold"/>
                <a:sym typeface="Poppins SemiBold"/>
              </a:rPr>
              <a:t>giải</a:t>
            </a:r>
            <a:r>
              <a:rPr lang="en-US" sz="2000" b="0" i="0" u="none" strike="noStrike" cap="none" dirty="0">
                <a:solidFill>
                  <a:srgbClr val="10B981"/>
                </a:solidFill>
                <a:latin typeface="+mj-lt"/>
                <a:ea typeface="Poppins SemiBold"/>
                <a:cs typeface="Poppins SemiBold"/>
                <a:sym typeface="Poppins SemiBold"/>
              </a:rPr>
              <a:t> </a:t>
            </a:r>
            <a:r>
              <a:rPr lang="en-US" sz="2000" b="0" i="0" u="none" strike="noStrike" cap="none" dirty="0" err="1">
                <a:solidFill>
                  <a:srgbClr val="10B981"/>
                </a:solidFill>
                <a:latin typeface="+mj-lt"/>
                <a:ea typeface="Poppins SemiBold"/>
                <a:cs typeface="Poppins SemiBold"/>
                <a:sym typeface="Poppins SemiBold"/>
              </a:rPr>
              <a:t>pháp</a:t>
            </a:r>
            <a:r>
              <a:rPr lang="en-US" sz="2000" b="0" i="0" u="none" strike="noStrike" cap="none" dirty="0">
                <a:solidFill>
                  <a:srgbClr val="10B981"/>
                </a:solidFill>
                <a:latin typeface="+mj-lt"/>
                <a:ea typeface="Poppins SemiBold"/>
                <a:cs typeface="Poppins SemiBold"/>
                <a:sym typeface="Poppins SemiBold"/>
              </a:rPr>
              <a:t>:</a:t>
            </a:r>
            <a:endParaRPr sz="2000" dirty="0">
              <a:latin typeface="+mj-lt"/>
            </a:endParaRPr>
          </a:p>
        </p:txBody>
      </p:sp>
    </p:spTree>
    <p:extLst>
      <p:ext uri="{BB962C8B-B14F-4D97-AF65-F5344CB8AC3E}">
        <p14:creationId xmlns:p14="http://schemas.microsoft.com/office/powerpoint/2010/main" val="38225809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DF266DD-010D-C751-81B4-EE20FA6ACD2D}"/>
              </a:ext>
            </a:extLst>
          </p:cNvPr>
          <p:cNvSpPr>
            <a:spLocks noGrp="1"/>
          </p:cNvSpPr>
          <p:nvPr>
            <p:ph type="ftr" sz="quarter" idx="11"/>
          </p:nvPr>
        </p:nvSpPr>
        <p:spPr/>
        <p:txBody>
          <a:bodyPr/>
          <a:lstStyle/>
          <a:p>
            <a:r>
              <a:rPr lang="en-US"/>
              <a:t>Copyrights 2024 CE-UIT. All Rights Reserved.</a:t>
            </a:r>
            <a:endParaRPr lang="en-US" dirty="0"/>
          </a:p>
        </p:txBody>
      </p:sp>
      <p:sp>
        <p:nvSpPr>
          <p:cNvPr id="3" name="Slide Number Placeholder 2">
            <a:extLst>
              <a:ext uri="{FF2B5EF4-FFF2-40B4-BE49-F238E27FC236}">
                <a16:creationId xmlns:a16="http://schemas.microsoft.com/office/drawing/2014/main" id="{A755DFA0-77CF-682B-DB0F-3CA5F3D4E2D6}"/>
              </a:ext>
            </a:extLst>
          </p:cNvPr>
          <p:cNvSpPr>
            <a:spLocks noGrp="1"/>
          </p:cNvSpPr>
          <p:nvPr>
            <p:ph type="sldNum" sz="quarter" idx="12"/>
          </p:nvPr>
        </p:nvSpPr>
        <p:spPr/>
        <p:txBody>
          <a:bodyPr/>
          <a:lstStyle/>
          <a:p>
            <a:fld id="{48F63A3B-78C7-47BE-AE5E-E10140E04643}" type="slidenum">
              <a:rPr lang="en-US" smtClean="0"/>
              <a:pPr/>
              <a:t>5</a:t>
            </a:fld>
            <a:endParaRPr lang="en-US" dirty="0"/>
          </a:p>
        </p:txBody>
      </p:sp>
      <p:sp>
        <p:nvSpPr>
          <p:cNvPr id="4" name="Title 3">
            <a:extLst>
              <a:ext uri="{FF2B5EF4-FFF2-40B4-BE49-F238E27FC236}">
                <a16:creationId xmlns:a16="http://schemas.microsoft.com/office/drawing/2014/main" id="{24F102CA-5304-CD28-FA99-0E2872F9AC36}"/>
              </a:ext>
            </a:extLst>
          </p:cNvPr>
          <p:cNvSpPr>
            <a:spLocks noGrp="1"/>
          </p:cNvSpPr>
          <p:nvPr>
            <p:ph type="title"/>
          </p:nvPr>
        </p:nvSpPr>
        <p:spPr/>
        <p:txBody>
          <a:bodyPr>
            <a:normAutofit fontScale="90000"/>
          </a:bodyPr>
          <a:lstStyle/>
          <a:p>
            <a:r>
              <a:rPr lang="en-US" dirty="0" err="1"/>
              <a:t>Giải</a:t>
            </a:r>
            <a:r>
              <a:rPr lang="en-US" dirty="0"/>
              <a:t> </a:t>
            </a:r>
            <a:r>
              <a:rPr lang="en-US" dirty="0" err="1"/>
              <a:t>pháp</a:t>
            </a:r>
            <a:r>
              <a:rPr lang="en-US" dirty="0"/>
              <a:t> </a:t>
            </a:r>
            <a:r>
              <a:rPr lang="en-US" dirty="0" err="1"/>
              <a:t>và</a:t>
            </a:r>
            <a:r>
              <a:rPr lang="en-US" dirty="0"/>
              <a:t> </a:t>
            </a:r>
            <a:r>
              <a:rPr lang="en-US" dirty="0" err="1"/>
              <a:t>kiến</a:t>
            </a:r>
            <a:r>
              <a:rPr lang="en-US" dirty="0"/>
              <a:t> </a:t>
            </a:r>
            <a:r>
              <a:rPr lang="en-US" dirty="0" err="1"/>
              <a:t>trúc</a:t>
            </a:r>
            <a:r>
              <a:rPr lang="en-US" dirty="0"/>
              <a:t> </a:t>
            </a:r>
            <a:r>
              <a:rPr lang="en-US" dirty="0" err="1"/>
              <a:t>hệ</a:t>
            </a:r>
            <a:r>
              <a:rPr lang="en-US" dirty="0"/>
              <a:t> </a:t>
            </a:r>
            <a:r>
              <a:rPr lang="en-US" dirty="0" err="1"/>
              <a:t>thống</a:t>
            </a:r>
            <a:endParaRPr lang="en-VN" dirty="0"/>
          </a:p>
        </p:txBody>
      </p:sp>
      <p:sp>
        <p:nvSpPr>
          <p:cNvPr id="5" name="Text Placeholder 4">
            <a:extLst>
              <a:ext uri="{FF2B5EF4-FFF2-40B4-BE49-F238E27FC236}">
                <a16:creationId xmlns:a16="http://schemas.microsoft.com/office/drawing/2014/main" id="{565E2CB9-B8D2-5359-3AF8-5D750D3658A9}"/>
              </a:ext>
            </a:extLst>
          </p:cNvPr>
          <p:cNvSpPr>
            <a:spLocks noGrp="1"/>
          </p:cNvSpPr>
          <p:nvPr>
            <p:ph type="body" idx="1"/>
          </p:nvPr>
        </p:nvSpPr>
        <p:spPr/>
        <p:txBody>
          <a:bodyPr/>
          <a:lstStyle/>
          <a:p>
            <a:endParaRPr lang="en-VN"/>
          </a:p>
        </p:txBody>
      </p:sp>
      <p:sp>
        <p:nvSpPr>
          <p:cNvPr id="6" name="Content Placeholder 5">
            <a:extLst>
              <a:ext uri="{FF2B5EF4-FFF2-40B4-BE49-F238E27FC236}">
                <a16:creationId xmlns:a16="http://schemas.microsoft.com/office/drawing/2014/main" id="{BD6FA1F8-B18B-434A-A4DB-69E8492E2C5D}"/>
              </a:ext>
            </a:extLst>
          </p:cNvPr>
          <p:cNvSpPr>
            <a:spLocks noGrp="1"/>
          </p:cNvSpPr>
          <p:nvPr>
            <p:ph sz="quarter" idx="13"/>
          </p:nvPr>
        </p:nvSpPr>
        <p:spPr/>
        <p:txBody>
          <a:bodyPr/>
          <a:lstStyle/>
          <a:p>
            <a:r>
              <a:rPr lang="en-VN" dirty="0"/>
              <a:t>02</a:t>
            </a:r>
          </a:p>
        </p:txBody>
      </p:sp>
    </p:spTree>
    <p:extLst>
      <p:ext uri="{BB962C8B-B14F-4D97-AF65-F5344CB8AC3E}">
        <p14:creationId xmlns:p14="http://schemas.microsoft.com/office/powerpoint/2010/main" val="5954150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3CF85-E9DC-CE6F-1505-4F1261E32A66}"/>
              </a:ext>
            </a:extLst>
          </p:cNvPr>
          <p:cNvSpPr>
            <a:spLocks noGrp="1"/>
          </p:cNvSpPr>
          <p:nvPr>
            <p:ph type="title"/>
          </p:nvPr>
        </p:nvSpPr>
        <p:spPr/>
        <p:txBody>
          <a:bodyPr>
            <a:normAutofit/>
          </a:bodyPr>
          <a:lstStyle/>
          <a:p>
            <a:r>
              <a:rPr lang="en-VN" dirty="0"/>
              <a:t>2.</a:t>
            </a:r>
            <a:r>
              <a:rPr lang="en-US" dirty="0"/>
              <a:t>1</a:t>
            </a:r>
            <a:r>
              <a:rPr lang="en-VN" dirty="0"/>
              <a:t> </a:t>
            </a:r>
            <a:r>
              <a:rPr lang="en-US" dirty="0" err="1"/>
              <a:t>Kiến</a:t>
            </a:r>
            <a:r>
              <a:rPr lang="en-US" dirty="0"/>
              <a:t> </a:t>
            </a:r>
            <a:r>
              <a:rPr lang="en-US" dirty="0" err="1"/>
              <a:t>trúc</a:t>
            </a:r>
            <a:r>
              <a:rPr lang="en-US" dirty="0"/>
              <a:t> </a:t>
            </a:r>
            <a:r>
              <a:rPr lang="en-US" dirty="0" err="1"/>
              <a:t>tổng</a:t>
            </a:r>
            <a:r>
              <a:rPr lang="en-US" dirty="0"/>
              <a:t> </a:t>
            </a:r>
            <a:r>
              <a:rPr lang="en-US" dirty="0" err="1"/>
              <a:t>thể</a:t>
            </a:r>
            <a:r>
              <a:rPr lang="en-US" dirty="0"/>
              <a:t> </a:t>
            </a:r>
            <a:r>
              <a:rPr lang="en-US" dirty="0" err="1"/>
              <a:t>hệ</a:t>
            </a:r>
            <a:r>
              <a:rPr lang="en-US" dirty="0"/>
              <a:t> </a:t>
            </a:r>
            <a:r>
              <a:rPr lang="en-US" dirty="0" err="1"/>
              <a:t>thống</a:t>
            </a:r>
            <a:r>
              <a:rPr lang="en-US" dirty="0"/>
              <a:t> (MVVM)</a:t>
            </a:r>
            <a:endParaRPr lang="en-VN" dirty="0"/>
          </a:p>
        </p:txBody>
      </p:sp>
      <p:sp>
        <p:nvSpPr>
          <p:cNvPr id="3" name="Content Placeholder 2">
            <a:extLst>
              <a:ext uri="{FF2B5EF4-FFF2-40B4-BE49-F238E27FC236}">
                <a16:creationId xmlns:a16="http://schemas.microsoft.com/office/drawing/2014/main" id="{FFC92DA4-500E-C4C7-6142-CC5F97F90D89}"/>
              </a:ext>
            </a:extLst>
          </p:cNvPr>
          <p:cNvSpPr>
            <a:spLocks noGrp="1"/>
          </p:cNvSpPr>
          <p:nvPr>
            <p:ph idx="1"/>
          </p:nvPr>
        </p:nvSpPr>
        <p:spPr>
          <a:xfrm>
            <a:off x="606000" y="2020279"/>
            <a:ext cx="10980000" cy="703466"/>
          </a:xfrm>
        </p:spPr>
        <p:txBody>
          <a:bodyPr>
            <a:normAutofit/>
          </a:bodyPr>
          <a:lstStyle/>
          <a:p>
            <a:pPr marL="0" indent="0" algn="just">
              <a:buNone/>
            </a:pPr>
            <a:r>
              <a:rPr lang="en-US" sz="1500" dirty="0" err="1">
                <a:latin typeface="+mj-lt"/>
              </a:rPr>
              <a:t>Hệ</a:t>
            </a:r>
            <a:r>
              <a:rPr lang="en-US" sz="1500" dirty="0">
                <a:latin typeface="+mj-lt"/>
              </a:rPr>
              <a:t> </a:t>
            </a:r>
            <a:r>
              <a:rPr lang="en-US" sz="1500" dirty="0" err="1">
                <a:latin typeface="+mj-lt"/>
              </a:rPr>
              <a:t>thống</a:t>
            </a:r>
            <a:r>
              <a:rPr lang="en-US" sz="1500" dirty="0">
                <a:latin typeface="+mj-lt"/>
              </a:rPr>
              <a:t> HMI </a:t>
            </a:r>
            <a:r>
              <a:rPr lang="en-US" sz="1500" dirty="0" err="1">
                <a:latin typeface="+mj-lt"/>
              </a:rPr>
              <a:t>áp</a:t>
            </a:r>
            <a:r>
              <a:rPr lang="en-US" sz="1500" dirty="0">
                <a:latin typeface="+mj-lt"/>
              </a:rPr>
              <a:t> </a:t>
            </a:r>
            <a:r>
              <a:rPr lang="en-US" sz="1500" dirty="0" err="1">
                <a:latin typeface="+mj-lt"/>
              </a:rPr>
              <a:t>dụng</a:t>
            </a:r>
            <a:r>
              <a:rPr lang="en-US" sz="1500" dirty="0">
                <a:latin typeface="+mj-lt"/>
              </a:rPr>
              <a:t> </a:t>
            </a:r>
            <a:r>
              <a:rPr lang="en-US" sz="1500" dirty="0" err="1">
                <a:latin typeface="+mj-lt"/>
              </a:rPr>
              <a:t>mô</a:t>
            </a:r>
            <a:r>
              <a:rPr lang="en-US" sz="1500" dirty="0">
                <a:latin typeface="+mj-lt"/>
              </a:rPr>
              <a:t> </a:t>
            </a:r>
            <a:r>
              <a:rPr lang="en-US" sz="1500" dirty="0" err="1">
                <a:latin typeface="+mj-lt"/>
              </a:rPr>
              <a:t>hình</a:t>
            </a:r>
            <a:r>
              <a:rPr lang="en-US" sz="1500" dirty="0">
                <a:latin typeface="+mj-lt"/>
              </a:rPr>
              <a:t> </a:t>
            </a:r>
            <a:r>
              <a:rPr lang="en-US" sz="1500" dirty="0" err="1">
                <a:latin typeface="+mj-lt"/>
              </a:rPr>
              <a:t>thiết</a:t>
            </a:r>
            <a:r>
              <a:rPr lang="en-US" sz="1500" dirty="0">
                <a:latin typeface="+mj-lt"/>
              </a:rPr>
              <a:t> </a:t>
            </a:r>
            <a:r>
              <a:rPr lang="en-US" sz="1500" dirty="0" err="1">
                <a:latin typeface="+mj-lt"/>
              </a:rPr>
              <a:t>kế</a:t>
            </a:r>
            <a:r>
              <a:rPr lang="en-US" sz="1500" dirty="0">
                <a:latin typeface="+mj-lt"/>
              </a:rPr>
              <a:t> </a:t>
            </a:r>
            <a:r>
              <a:rPr lang="en-US" sz="1500" b="1" dirty="0">
                <a:latin typeface="+mj-lt"/>
              </a:rPr>
              <a:t>MVVM (Model-View-</a:t>
            </a:r>
            <a:r>
              <a:rPr lang="en-US" sz="1500" b="1" dirty="0" err="1">
                <a:latin typeface="+mj-lt"/>
              </a:rPr>
              <a:t>ViewModel</a:t>
            </a:r>
            <a:r>
              <a:rPr lang="en-US" sz="1500" b="1" dirty="0">
                <a:latin typeface="+mj-lt"/>
              </a:rPr>
              <a:t>) </a:t>
            </a:r>
            <a:r>
              <a:rPr lang="en-US" sz="1500" dirty="0" err="1">
                <a:latin typeface="+mj-lt"/>
              </a:rPr>
              <a:t>nhằm</a:t>
            </a:r>
            <a:r>
              <a:rPr lang="en-US" sz="1500" dirty="0">
                <a:latin typeface="+mj-lt"/>
              </a:rPr>
              <a:t> </a:t>
            </a:r>
            <a:r>
              <a:rPr lang="en-US" sz="1500" dirty="0" err="1">
                <a:latin typeface="+mj-lt"/>
              </a:rPr>
              <a:t>phân</a:t>
            </a:r>
            <a:r>
              <a:rPr lang="en-US" sz="1500" dirty="0">
                <a:latin typeface="+mj-lt"/>
              </a:rPr>
              <a:t> </a:t>
            </a:r>
            <a:r>
              <a:rPr lang="en-US" sz="1500" dirty="0" err="1">
                <a:latin typeface="+mj-lt"/>
              </a:rPr>
              <a:t>tách</a:t>
            </a:r>
            <a:r>
              <a:rPr lang="en-US" sz="1500" dirty="0">
                <a:latin typeface="+mj-lt"/>
              </a:rPr>
              <a:t> </a:t>
            </a:r>
            <a:r>
              <a:rPr lang="en-US" sz="1500" dirty="0" err="1">
                <a:latin typeface="+mj-lt"/>
              </a:rPr>
              <a:t>mạch</a:t>
            </a:r>
            <a:r>
              <a:rPr lang="en-US" sz="1500" dirty="0">
                <a:latin typeface="+mj-lt"/>
              </a:rPr>
              <a:t> </a:t>
            </a:r>
            <a:r>
              <a:rPr lang="en-US" sz="1500" dirty="0" err="1">
                <a:latin typeface="+mj-lt"/>
              </a:rPr>
              <a:t>lạc</a:t>
            </a:r>
            <a:r>
              <a:rPr lang="en-US" sz="1500" dirty="0">
                <a:latin typeface="+mj-lt"/>
              </a:rPr>
              <a:t> </a:t>
            </a:r>
            <a:r>
              <a:rPr lang="en-US" sz="1500" dirty="0" err="1">
                <a:latin typeface="+mj-lt"/>
              </a:rPr>
              <a:t>giữa</a:t>
            </a:r>
            <a:r>
              <a:rPr lang="en-US" sz="1500" dirty="0">
                <a:latin typeface="+mj-lt"/>
              </a:rPr>
              <a:t> </a:t>
            </a:r>
            <a:r>
              <a:rPr lang="en-US" sz="1500" dirty="0" err="1">
                <a:latin typeface="+mj-lt"/>
              </a:rPr>
              <a:t>giao</a:t>
            </a:r>
            <a:r>
              <a:rPr lang="en-US" sz="1500" dirty="0">
                <a:latin typeface="+mj-lt"/>
              </a:rPr>
              <a:t> </a:t>
            </a:r>
            <a:r>
              <a:rPr lang="en-US" sz="1500" dirty="0" err="1">
                <a:latin typeface="+mj-lt"/>
              </a:rPr>
              <a:t>diện</a:t>
            </a:r>
            <a:r>
              <a:rPr lang="en-US" sz="1500" dirty="0">
                <a:latin typeface="+mj-lt"/>
              </a:rPr>
              <a:t> </a:t>
            </a:r>
            <a:r>
              <a:rPr lang="en-US" sz="1500" dirty="0" err="1">
                <a:latin typeface="+mj-lt"/>
              </a:rPr>
              <a:t>đồ</a:t>
            </a:r>
            <a:r>
              <a:rPr lang="en-US" sz="1500" dirty="0">
                <a:latin typeface="+mj-lt"/>
              </a:rPr>
              <a:t> </a:t>
            </a:r>
            <a:r>
              <a:rPr lang="en-US" sz="1500" dirty="0" err="1">
                <a:latin typeface="+mj-lt"/>
              </a:rPr>
              <a:t>họa</a:t>
            </a:r>
            <a:r>
              <a:rPr lang="en-US" sz="1500" dirty="0">
                <a:latin typeface="+mj-lt"/>
              </a:rPr>
              <a:t> </a:t>
            </a:r>
            <a:r>
              <a:rPr lang="en-US" sz="1500" dirty="0" err="1">
                <a:latin typeface="+mj-lt"/>
              </a:rPr>
              <a:t>và</a:t>
            </a:r>
            <a:r>
              <a:rPr lang="en-US" sz="1500" dirty="0">
                <a:latin typeface="+mj-lt"/>
              </a:rPr>
              <a:t> </a:t>
            </a:r>
            <a:r>
              <a:rPr lang="en-US" sz="1500" dirty="0" err="1">
                <a:latin typeface="+mj-lt"/>
              </a:rPr>
              <a:t>nghiệp</a:t>
            </a:r>
            <a:r>
              <a:rPr lang="en-US" sz="1500" dirty="0">
                <a:latin typeface="+mj-lt"/>
              </a:rPr>
              <a:t> </a:t>
            </a:r>
            <a:r>
              <a:rPr lang="en-US" sz="1500" dirty="0" err="1">
                <a:latin typeface="+mj-lt"/>
              </a:rPr>
              <a:t>vụ</a:t>
            </a:r>
            <a:r>
              <a:rPr lang="en-US" sz="1500" dirty="0">
                <a:latin typeface="+mj-lt"/>
              </a:rPr>
              <a:t> </a:t>
            </a:r>
            <a:r>
              <a:rPr lang="en-US" sz="1500" dirty="0" err="1">
                <a:latin typeface="+mj-lt"/>
              </a:rPr>
              <a:t>tính</a:t>
            </a:r>
            <a:r>
              <a:rPr lang="en-US" sz="1500" dirty="0">
                <a:latin typeface="+mj-lt"/>
              </a:rPr>
              <a:t> </a:t>
            </a:r>
            <a:r>
              <a:rPr lang="en-US" sz="1500" dirty="0" err="1">
                <a:latin typeface="+mj-lt"/>
              </a:rPr>
              <a:t>toán</a:t>
            </a:r>
            <a:r>
              <a:rPr lang="en-US" sz="1500" dirty="0">
                <a:latin typeface="+mj-lt"/>
              </a:rPr>
              <a:t> </a:t>
            </a:r>
            <a:r>
              <a:rPr lang="en-US" sz="1500" dirty="0" err="1">
                <a:latin typeface="+mj-lt"/>
              </a:rPr>
              <a:t>nền</a:t>
            </a:r>
            <a:r>
              <a:rPr lang="en-US" sz="1500" dirty="0">
                <a:latin typeface="+mj-lt"/>
              </a:rPr>
              <a:t>.</a:t>
            </a:r>
          </a:p>
        </p:txBody>
      </p:sp>
      <p:sp>
        <p:nvSpPr>
          <p:cNvPr id="4" name="Footer Placeholder 3">
            <a:extLst>
              <a:ext uri="{FF2B5EF4-FFF2-40B4-BE49-F238E27FC236}">
                <a16:creationId xmlns:a16="http://schemas.microsoft.com/office/drawing/2014/main" id="{D00AD507-0259-B42B-993D-FEB886623ACE}"/>
              </a:ext>
            </a:extLst>
          </p:cNvPr>
          <p:cNvSpPr>
            <a:spLocks noGrp="1"/>
          </p:cNvSpPr>
          <p:nvPr>
            <p:ph type="ftr" sz="quarter" idx="11"/>
          </p:nvPr>
        </p:nvSpPr>
        <p:spPr/>
        <p:txBody>
          <a:bodyPr/>
          <a:lstStyle/>
          <a:p>
            <a:r>
              <a:rPr lang="en-US"/>
              <a:t>Copyrights 2024 CE-UIT. All Rights Reserved.</a:t>
            </a:r>
            <a:endParaRPr lang="en-US" dirty="0"/>
          </a:p>
        </p:txBody>
      </p:sp>
      <p:sp>
        <p:nvSpPr>
          <p:cNvPr id="5" name="Slide Number Placeholder 4">
            <a:extLst>
              <a:ext uri="{FF2B5EF4-FFF2-40B4-BE49-F238E27FC236}">
                <a16:creationId xmlns:a16="http://schemas.microsoft.com/office/drawing/2014/main" id="{0A3B00C4-D25B-870A-BDED-B4451C756CDA}"/>
              </a:ext>
            </a:extLst>
          </p:cNvPr>
          <p:cNvSpPr>
            <a:spLocks noGrp="1"/>
          </p:cNvSpPr>
          <p:nvPr>
            <p:ph type="sldNum" sz="quarter" idx="12"/>
          </p:nvPr>
        </p:nvSpPr>
        <p:spPr/>
        <p:txBody>
          <a:bodyPr/>
          <a:lstStyle/>
          <a:p>
            <a:fld id="{48F63A3B-78C7-47BE-AE5E-E10140E04643}" type="slidenum">
              <a:rPr lang="en-US" smtClean="0"/>
              <a:pPr/>
              <a:t>6</a:t>
            </a:fld>
            <a:endParaRPr lang="en-US" dirty="0"/>
          </a:p>
        </p:txBody>
      </p:sp>
      <p:pic>
        <p:nvPicPr>
          <p:cNvPr id="7" name="Google Shape;124;p15" descr="image.png">
            <a:extLst>
              <a:ext uri="{FF2B5EF4-FFF2-40B4-BE49-F238E27FC236}">
                <a16:creationId xmlns:a16="http://schemas.microsoft.com/office/drawing/2014/main" id="{A111251A-C0C8-D2F1-3FE8-2049797F1928}"/>
              </a:ext>
            </a:extLst>
          </p:cNvPr>
          <p:cNvPicPr preferRelativeResize="0"/>
          <p:nvPr/>
        </p:nvPicPr>
        <p:blipFill rotWithShape="1">
          <a:blip r:embed="rId2">
            <a:alphaModFix/>
          </a:blip>
          <a:srcRect/>
          <a:stretch/>
        </p:blipFill>
        <p:spPr>
          <a:xfrm>
            <a:off x="571500" y="3079700"/>
            <a:ext cx="2257871" cy="2494954"/>
          </a:xfrm>
          <a:prstGeom prst="rect">
            <a:avLst/>
          </a:prstGeom>
          <a:noFill/>
          <a:ln>
            <a:noFill/>
          </a:ln>
        </p:spPr>
      </p:pic>
      <p:pic>
        <p:nvPicPr>
          <p:cNvPr id="9" name="Google Shape;125;p15" descr="image.png">
            <a:extLst>
              <a:ext uri="{FF2B5EF4-FFF2-40B4-BE49-F238E27FC236}">
                <a16:creationId xmlns:a16="http://schemas.microsoft.com/office/drawing/2014/main" id="{8AC52C01-4EBC-9EC1-2C2A-1F65C60B6BB0}"/>
              </a:ext>
            </a:extLst>
          </p:cNvPr>
          <p:cNvPicPr preferRelativeResize="0"/>
          <p:nvPr/>
        </p:nvPicPr>
        <p:blipFill rotWithShape="1">
          <a:blip r:embed="rId3">
            <a:alphaModFix/>
          </a:blip>
          <a:srcRect/>
          <a:stretch/>
        </p:blipFill>
        <p:spPr>
          <a:xfrm>
            <a:off x="4601021" y="3079700"/>
            <a:ext cx="2709564" cy="2494954"/>
          </a:xfrm>
          <a:prstGeom prst="rect">
            <a:avLst/>
          </a:prstGeom>
          <a:noFill/>
          <a:ln>
            <a:noFill/>
          </a:ln>
        </p:spPr>
      </p:pic>
      <p:pic>
        <p:nvPicPr>
          <p:cNvPr id="11" name="Google Shape;126;p15" descr="image.png">
            <a:extLst>
              <a:ext uri="{FF2B5EF4-FFF2-40B4-BE49-F238E27FC236}">
                <a16:creationId xmlns:a16="http://schemas.microsoft.com/office/drawing/2014/main" id="{6C168EC8-740A-8B68-CE15-325CB2531D05}"/>
              </a:ext>
            </a:extLst>
          </p:cNvPr>
          <p:cNvPicPr preferRelativeResize="0"/>
          <p:nvPr/>
        </p:nvPicPr>
        <p:blipFill rotWithShape="1">
          <a:blip r:embed="rId4">
            <a:alphaModFix/>
          </a:blip>
          <a:srcRect/>
          <a:stretch/>
        </p:blipFill>
        <p:spPr>
          <a:xfrm>
            <a:off x="8910786" y="3079700"/>
            <a:ext cx="2709713" cy="2494954"/>
          </a:xfrm>
          <a:prstGeom prst="rect">
            <a:avLst/>
          </a:prstGeom>
          <a:noFill/>
          <a:ln>
            <a:noFill/>
          </a:ln>
        </p:spPr>
      </p:pic>
      <p:sp>
        <p:nvSpPr>
          <p:cNvPr id="13" name="Google Shape;131;p15">
            <a:extLst>
              <a:ext uri="{FF2B5EF4-FFF2-40B4-BE49-F238E27FC236}">
                <a16:creationId xmlns:a16="http://schemas.microsoft.com/office/drawing/2014/main" id="{F9336717-0729-EAE6-4F75-D31BB97C6C58}"/>
              </a:ext>
            </a:extLst>
          </p:cNvPr>
          <p:cNvSpPr txBox="1"/>
          <p:nvPr/>
        </p:nvSpPr>
        <p:spPr>
          <a:xfrm>
            <a:off x="775085" y="3889325"/>
            <a:ext cx="1850700" cy="2308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0" i="0" u="none" strike="noStrike" cap="none" dirty="0" err="1">
                <a:solidFill>
                  <a:srgbClr val="3B82F6"/>
                </a:solidFill>
                <a:latin typeface="+mj-lt"/>
                <a:ea typeface="Poppins SemiBold"/>
                <a:cs typeface="Poppins SemiBold"/>
                <a:sym typeface="Poppins SemiBold"/>
              </a:rPr>
              <a:t>Tầng</a:t>
            </a:r>
            <a:r>
              <a:rPr lang="en-US" sz="1500" b="0" i="0" u="none" strike="noStrike" cap="none" dirty="0">
                <a:solidFill>
                  <a:srgbClr val="3B82F6"/>
                </a:solidFill>
                <a:latin typeface="+mj-lt"/>
                <a:ea typeface="Poppins SemiBold"/>
                <a:cs typeface="Poppins SemiBold"/>
                <a:sym typeface="Poppins SemiBold"/>
              </a:rPr>
              <a:t> </a:t>
            </a:r>
            <a:r>
              <a:rPr lang="en-US" sz="1500" b="0" i="0" u="none" strike="noStrike" cap="none" dirty="0" err="1">
                <a:solidFill>
                  <a:srgbClr val="3B82F6"/>
                </a:solidFill>
                <a:latin typeface="+mj-lt"/>
                <a:ea typeface="Poppins SemiBold"/>
                <a:cs typeface="Poppins SemiBold"/>
                <a:sym typeface="Poppins SemiBold"/>
              </a:rPr>
              <a:t>hiển</a:t>
            </a:r>
            <a:r>
              <a:rPr lang="en-US" sz="1500" b="0" i="0" u="none" strike="noStrike" cap="none" dirty="0">
                <a:solidFill>
                  <a:srgbClr val="3B82F6"/>
                </a:solidFill>
                <a:latin typeface="+mj-lt"/>
                <a:ea typeface="Poppins SemiBold"/>
                <a:cs typeface="Poppins SemiBold"/>
                <a:sym typeface="Poppins SemiBold"/>
              </a:rPr>
              <a:t> </a:t>
            </a:r>
            <a:r>
              <a:rPr lang="en-US" sz="1500" b="0" i="0" u="none" strike="noStrike" cap="none" dirty="0" err="1">
                <a:solidFill>
                  <a:srgbClr val="3B82F6"/>
                </a:solidFill>
                <a:latin typeface="+mj-lt"/>
                <a:ea typeface="Poppins SemiBold"/>
                <a:cs typeface="Poppins SemiBold"/>
                <a:sym typeface="Poppins SemiBold"/>
              </a:rPr>
              <a:t>thị</a:t>
            </a:r>
            <a:r>
              <a:rPr lang="en-US" sz="1500" b="0" i="0" u="none" strike="noStrike" cap="none" dirty="0">
                <a:solidFill>
                  <a:srgbClr val="3B82F6"/>
                </a:solidFill>
                <a:latin typeface="+mj-lt"/>
                <a:ea typeface="Poppins SemiBold"/>
                <a:cs typeface="Poppins SemiBold"/>
                <a:sym typeface="Poppins SemiBold"/>
              </a:rPr>
              <a:t> (VIEW)</a:t>
            </a:r>
            <a:endParaRPr lang="en-US" sz="1500" dirty="0">
              <a:latin typeface="+mj-lt"/>
            </a:endParaRPr>
          </a:p>
        </p:txBody>
      </p:sp>
      <p:sp>
        <p:nvSpPr>
          <p:cNvPr id="15" name="Google Shape;132;p15">
            <a:extLst>
              <a:ext uri="{FF2B5EF4-FFF2-40B4-BE49-F238E27FC236}">
                <a16:creationId xmlns:a16="http://schemas.microsoft.com/office/drawing/2014/main" id="{501F538B-19AA-95DC-E7C4-4D98F3CA87A4}"/>
              </a:ext>
            </a:extLst>
          </p:cNvPr>
          <p:cNvSpPr txBox="1"/>
          <p:nvPr/>
        </p:nvSpPr>
        <p:spPr>
          <a:xfrm>
            <a:off x="819150" y="4222700"/>
            <a:ext cx="1762571" cy="110799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dirty="0">
                <a:solidFill>
                  <a:srgbClr val="06B6D4"/>
                </a:solidFill>
                <a:latin typeface="+mj-lt"/>
                <a:ea typeface="Inter"/>
                <a:cs typeface="Inter"/>
                <a:sym typeface="Inter"/>
              </a:rPr>
              <a:t>QML / Qt Quick</a:t>
            </a:r>
            <a:br>
              <a:rPr lang="en-US" sz="1200" b="0" i="0" u="none" strike="noStrike" cap="none" dirty="0">
                <a:solidFill>
                  <a:schemeClr val="dk1"/>
                </a:solidFill>
                <a:latin typeface="+mj-lt"/>
                <a:ea typeface="Calibri"/>
                <a:cs typeface="Calibri"/>
                <a:sym typeface="Calibri"/>
              </a:rPr>
            </a:br>
            <a:r>
              <a:rPr lang="en-US" sz="1200" b="0" i="0" u="none" strike="noStrike" cap="none" dirty="0">
                <a:solidFill>
                  <a:schemeClr val="bg1"/>
                </a:solidFill>
                <a:latin typeface="+mj-lt"/>
                <a:ea typeface="Inter"/>
                <a:cs typeface="Inter"/>
                <a:sym typeface="Inter"/>
              </a:rPr>
              <a:t> </a:t>
            </a:r>
            <a:r>
              <a:rPr lang="en-US" sz="1200" b="0" i="0" u="none" strike="noStrike" cap="none" dirty="0" err="1">
                <a:solidFill>
                  <a:schemeClr val="bg1"/>
                </a:solidFill>
                <a:latin typeface="+mj-lt"/>
                <a:ea typeface="Inter"/>
                <a:cs typeface="Inter"/>
                <a:sym typeface="Inter"/>
              </a:rPr>
              <a:t>Xây</a:t>
            </a:r>
            <a:r>
              <a:rPr lang="en-US" sz="1200" b="0" i="0" u="none" strike="noStrike" cap="none" dirty="0">
                <a:solidFill>
                  <a:schemeClr val="bg1"/>
                </a:solidFill>
                <a:latin typeface="+mj-lt"/>
                <a:ea typeface="Inter"/>
                <a:cs typeface="Inter"/>
                <a:sym typeface="Inter"/>
              </a:rPr>
              <a:t> </a:t>
            </a:r>
            <a:r>
              <a:rPr lang="en-US" sz="1200" b="0" i="0" u="none" strike="noStrike" cap="none" dirty="0" err="1">
                <a:solidFill>
                  <a:schemeClr val="bg1"/>
                </a:solidFill>
                <a:latin typeface="+mj-lt"/>
                <a:ea typeface="Inter"/>
                <a:cs typeface="Inter"/>
                <a:sym typeface="Inter"/>
              </a:rPr>
              <a:t>dựng</a:t>
            </a:r>
            <a:r>
              <a:rPr lang="en-US" sz="1200" b="0" i="0" u="none" strike="noStrike" cap="none" dirty="0">
                <a:solidFill>
                  <a:schemeClr val="bg1"/>
                </a:solidFill>
                <a:latin typeface="+mj-lt"/>
                <a:ea typeface="Inter"/>
                <a:cs typeface="Inter"/>
                <a:sym typeface="Inter"/>
              </a:rPr>
              <a:t> </a:t>
            </a:r>
            <a:r>
              <a:rPr lang="en-US" sz="1200" b="0" i="0" u="none" strike="noStrike" cap="none" dirty="0" err="1">
                <a:solidFill>
                  <a:schemeClr val="bg1"/>
                </a:solidFill>
                <a:latin typeface="+mj-lt"/>
                <a:ea typeface="Inter"/>
                <a:cs typeface="Inter"/>
                <a:sym typeface="Inter"/>
              </a:rPr>
              <a:t>giao</a:t>
            </a:r>
            <a:r>
              <a:rPr lang="en-US" sz="1200" b="0" i="0" u="none" strike="noStrike" cap="none" dirty="0">
                <a:solidFill>
                  <a:schemeClr val="bg1"/>
                </a:solidFill>
                <a:latin typeface="+mj-lt"/>
                <a:ea typeface="Inter"/>
                <a:cs typeface="Inter"/>
                <a:sym typeface="Inter"/>
              </a:rPr>
              <a:t> </a:t>
            </a:r>
            <a:r>
              <a:rPr lang="en-US" sz="1200" b="0" i="0" u="none" strike="noStrike" cap="none" dirty="0" err="1">
                <a:solidFill>
                  <a:schemeClr val="bg1"/>
                </a:solidFill>
                <a:latin typeface="+mj-lt"/>
                <a:ea typeface="Inter"/>
                <a:cs typeface="Inter"/>
                <a:sym typeface="Inter"/>
              </a:rPr>
              <a:t>diện</a:t>
            </a:r>
            <a:r>
              <a:rPr lang="en-US" sz="1200" b="0" i="0" u="none" strike="noStrike" cap="none" dirty="0">
                <a:solidFill>
                  <a:schemeClr val="bg1"/>
                </a:solidFill>
                <a:latin typeface="+mj-lt"/>
                <a:ea typeface="Inter"/>
                <a:cs typeface="Inter"/>
                <a:sym typeface="Inter"/>
              </a:rPr>
              <a:t> Kiosk (Full-screen 1920x1200), </a:t>
            </a:r>
            <a:r>
              <a:rPr lang="en-US" sz="1200" b="0" i="0" u="none" strike="noStrike" cap="none" dirty="0" err="1">
                <a:solidFill>
                  <a:schemeClr val="bg1"/>
                </a:solidFill>
                <a:latin typeface="+mj-lt"/>
                <a:ea typeface="Inter"/>
                <a:cs typeface="Inter"/>
                <a:sym typeface="Inter"/>
              </a:rPr>
              <a:t>bắt</a:t>
            </a:r>
            <a:r>
              <a:rPr lang="en-US" sz="1200" b="0" i="0" u="none" strike="noStrike" cap="none" dirty="0">
                <a:solidFill>
                  <a:schemeClr val="bg1"/>
                </a:solidFill>
                <a:latin typeface="+mj-lt"/>
                <a:ea typeface="Inter"/>
                <a:cs typeface="Inter"/>
                <a:sym typeface="Inter"/>
              </a:rPr>
              <a:t> </a:t>
            </a:r>
            <a:r>
              <a:rPr lang="en-US" sz="1200" b="0" i="0" u="none" strike="noStrike" cap="none" dirty="0" err="1">
                <a:solidFill>
                  <a:schemeClr val="bg1"/>
                </a:solidFill>
                <a:latin typeface="+mj-lt"/>
                <a:ea typeface="Inter"/>
                <a:cs typeface="Inter"/>
                <a:sym typeface="Inter"/>
              </a:rPr>
              <a:t>các</a:t>
            </a:r>
            <a:r>
              <a:rPr lang="en-US" sz="1200" b="0" i="0" u="none" strike="noStrike" cap="none" dirty="0">
                <a:solidFill>
                  <a:schemeClr val="bg1"/>
                </a:solidFill>
                <a:latin typeface="+mj-lt"/>
                <a:ea typeface="Inter"/>
                <a:cs typeface="Inter"/>
                <a:sym typeface="Inter"/>
              </a:rPr>
              <a:t> </a:t>
            </a:r>
            <a:r>
              <a:rPr lang="en-US" sz="1200" b="0" i="0" u="none" strike="noStrike" cap="none" dirty="0" err="1">
                <a:solidFill>
                  <a:schemeClr val="bg1"/>
                </a:solidFill>
                <a:latin typeface="+mj-lt"/>
                <a:ea typeface="Inter"/>
                <a:cs typeface="Inter"/>
                <a:sym typeface="Inter"/>
              </a:rPr>
              <a:t>sự</a:t>
            </a:r>
            <a:r>
              <a:rPr lang="en-US" sz="1200" b="0" i="0" u="none" strike="noStrike" cap="none" dirty="0">
                <a:solidFill>
                  <a:schemeClr val="bg1"/>
                </a:solidFill>
                <a:latin typeface="+mj-lt"/>
                <a:ea typeface="Inter"/>
                <a:cs typeface="Inter"/>
                <a:sym typeface="Inter"/>
              </a:rPr>
              <a:t> </a:t>
            </a:r>
            <a:r>
              <a:rPr lang="en-US" sz="1200" b="0" i="0" u="none" strike="noStrike" cap="none" dirty="0" err="1">
                <a:solidFill>
                  <a:schemeClr val="bg1"/>
                </a:solidFill>
                <a:latin typeface="+mj-lt"/>
                <a:ea typeface="Inter"/>
                <a:cs typeface="Inter"/>
                <a:sym typeface="Inter"/>
              </a:rPr>
              <a:t>kiện</a:t>
            </a:r>
            <a:r>
              <a:rPr lang="en-US" sz="1200" b="0" i="0" u="none" strike="noStrike" cap="none" dirty="0">
                <a:solidFill>
                  <a:schemeClr val="bg1"/>
                </a:solidFill>
                <a:latin typeface="+mj-lt"/>
                <a:ea typeface="Inter"/>
                <a:cs typeface="Inter"/>
                <a:sym typeface="Inter"/>
              </a:rPr>
              <a:t> </a:t>
            </a:r>
            <a:r>
              <a:rPr lang="en-US" sz="1200" b="0" i="0" u="none" strike="noStrike" cap="none" dirty="0" err="1">
                <a:solidFill>
                  <a:schemeClr val="bg1"/>
                </a:solidFill>
                <a:latin typeface="+mj-lt"/>
                <a:ea typeface="Inter"/>
                <a:cs typeface="Inter"/>
                <a:sym typeface="Inter"/>
              </a:rPr>
              <a:t>chạm</a:t>
            </a:r>
            <a:r>
              <a:rPr lang="en-US" sz="1200" b="0" i="0" u="none" strike="noStrike" cap="none" dirty="0">
                <a:solidFill>
                  <a:schemeClr val="bg1"/>
                </a:solidFill>
                <a:latin typeface="+mj-lt"/>
                <a:ea typeface="Inter"/>
                <a:cs typeface="Inter"/>
                <a:sym typeface="Inter"/>
              </a:rPr>
              <a:t> </a:t>
            </a:r>
            <a:r>
              <a:rPr lang="en-US" sz="1200" b="0" i="0" u="none" strike="noStrike" cap="none" dirty="0" err="1">
                <a:solidFill>
                  <a:schemeClr val="bg1"/>
                </a:solidFill>
                <a:latin typeface="+mj-lt"/>
                <a:ea typeface="Inter"/>
                <a:cs typeface="Inter"/>
                <a:sym typeface="Inter"/>
              </a:rPr>
              <a:t>vuốt</a:t>
            </a:r>
            <a:r>
              <a:rPr lang="en-US" sz="1200" b="0" i="0" u="none" strike="noStrike" cap="none" dirty="0">
                <a:solidFill>
                  <a:schemeClr val="bg1"/>
                </a:solidFill>
                <a:latin typeface="+mj-lt"/>
                <a:ea typeface="Inter"/>
                <a:cs typeface="Inter"/>
                <a:sym typeface="Inter"/>
              </a:rPr>
              <a:t> </a:t>
            </a:r>
            <a:r>
              <a:rPr lang="en-US" sz="1200" b="0" i="0" u="none" strike="noStrike" cap="none" dirty="0" err="1">
                <a:solidFill>
                  <a:schemeClr val="bg1"/>
                </a:solidFill>
                <a:latin typeface="+mj-lt"/>
                <a:ea typeface="Inter"/>
                <a:cs typeface="Inter"/>
                <a:sym typeface="Inter"/>
              </a:rPr>
              <a:t>đa</a:t>
            </a:r>
            <a:r>
              <a:rPr lang="en-US" sz="1200" b="0" i="0" u="none" strike="noStrike" cap="none" dirty="0">
                <a:solidFill>
                  <a:schemeClr val="bg1"/>
                </a:solidFill>
                <a:latin typeface="+mj-lt"/>
                <a:ea typeface="Inter"/>
                <a:cs typeface="Inter"/>
                <a:sym typeface="Inter"/>
              </a:rPr>
              <a:t> </a:t>
            </a:r>
            <a:r>
              <a:rPr lang="en-US" sz="1200" b="0" i="0" u="none" strike="noStrike" cap="none" dirty="0" err="1">
                <a:solidFill>
                  <a:schemeClr val="bg1"/>
                </a:solidFill>
                <a:latin typeface="+mj-lt"/>
                <a:ea typeface="Inter"/>
                <a:cs typeface="Inter"/>
                <a:sym typeface="Inter"/>
              </a:rPr>
              <a:t>điểm</a:t>
            </a:r>
            <a:r>
              <a:rPr lang="en-US" sz="1200" b="0" i="0" u="none" strike="noStrike" cap="none" dirty="0">
                <a:solidFill>
                  <a:schemeClr val="bg1"/>
                </a:solidFill>
                <a:latin typeface="+mj-lt"/>
                <a:ea typeface="Inter"/>
                <a:cs typeface="Inter"/>
                <a:sym typeface="Inter"/>
              </a:rPr>
              <a:t>, </a:t>
            </a:r>
            <a:r>
              <a:rPr lang="en-US" sz="1200" b="0" i="0" u="none" strike="noStrike" cap="none" dirty="0" err="1">
                <a:solidFill>
                  <a:schemeClr val="bg1"/>
                </a:solidFill>
                <a:latin typeface="+mj-lt"/>
                <a:ea typeface="Inter"/>
                <a:cs typeface="Inter"/>
                <a:sym typeface="Inter"/>
              </a:rPr>
              <a:t>hiển</a:t>
            </a:r>
            <a:r>
              <a:rPr lang="en-US" sz="1200" b="0" i="0" u="none" strike="noStrike" cap="none" dirty="0">
                <a:solidFill>
                  <a:schemeClr val="bg1"/>
                </a:solidFill>
                <a:latin typeface="+mj-lt"/>
                <a:ea typeface="Inter"/>
                <a:cs typeface="Inter"/>
                <a:sym typeface="Inter"/>
              </a:rPr>
              <a:t> </a:t>
            </a:r>
            <a:r>
              <a:rPr lang="en-US" sz="1200" b="0" i="0" u="none" strike="noStrike" cap="none" dirty="0" err="1">
                <a:solidFill>
                  <a:schemeClr val="bg1"/>
                </a:solidFill>
                <a:latin typeface="+mj-lt"/>
                <a:ea typeface="Inter"/>
                <a:cs typeface="Inter"/>
                <a:sym typeface="Inter"/>
              </a:rPr>
              <a:t>thị</a:t>
            </a:r>
            <a:r>
              <a:rPr lang="en-US" sz="1200" b="0" i="0" u="none" strike="noStrike" cap="none" dirty="0">
                <a:solidFill>
                  <a:schemeClr val="bg1"/>
                </a:solidFill>
                <a:latin typeface="+mj-lt"/>
                <a:ea typeface="Inter"/>
                <a:cs typeface="Inter"/>
                <a:sym typeface="Inter"/>
              </a:rPr>
              <a:t> </a:t>
            </a:r>
            <a:r>
              <a:rPr lang="en-US" sz="1200" b="0" i="0" u="none" strike="noStrike" cap="none" dirty="0" err="1">
                <a:solidFill>
                  <a:schemeClr val="bg1"/>
                </a:solidFill>
                <a:latin typeface="+mj-lt"/>
                <a:ea typeface="Inter"/>
                <a:cs typeface="Inter"/>
                <a:sym typeface="Inter"/>
              </a:rPr>
              <a:t>bản</a:t>
            </a:r>
            <a:r>
              <a:rPr lang="en-US" sz="1200" b="0" i="0" u="none" strike="noStrike" cap="none" dirty="0">
                <a:solidFill>
                  <a:schemeClr val="bg1"/>
                </a:solidFill>
                <a:latin typeface="+mj-lt"/>
                <a:ea typeface="Inter"/>
                <a:cs typeface="Inter"/>
                <a:sym typeface="Inter"/>
              </a:rPr>
              <a:t> </a:t>
            </a:r>
            <a:r>
              <a:rPr lang="en-US" sz="1200" b="0" i="0" u="none" strike="noStrike" cap="none" dirty="0" err="1">
                <a:solidFill>
                  <a:schemeClr val="bg1"/>
                </a:solidFill>
                <a:latin typeface="+mj-lt"/>
                <a:ea typeface="Inter"/>
                <a:cs typeface="Inter"/>
                <a:sym typeface="Inter"/>
              </a:rPr>
              <a:t>đồ</a:t>
            </a:r>
            <a:r>
              <a:rPr lang="en-US" sz="1200" b="0" i="0" u="none" strike="noStrike" cap="none" dirty="0">
                <a:solidFill>
                  <a:schemeClr val="bg1"/>
                </a:solidFill>
                <a:latin typeface="+mj-lt"/>
                <a:ea typeface="Inter"/>
                <a:cs typeface="Inter"/>
                <a:sym typeface="Inter"/>
              </a:rPr>
              <a:t> </a:t>
            </a:r>
            <a:r>
              <a:rPr lang="en-US" sz="1200" b="0" i="0" u="none" strike="noStrike" cap="none" dirty="0" err="1">
                <a:solidFill>
                  <a:schemeClr val="bg1"/>
                </a:solidFill>
                <a:latin typeface="+mj-lt"/>
                <a:ea typeface="Inter"/>
                <a:cs typeface="Inter"/>
                <a:sym typeface="Inter"/>
              </a:rPr>
              <a:t>và</a:t>
            </a:r>
            <a:r>
              <a:rPr lang="en-US" sz="1200" b="0" i="0" u="none" strike="noStrike" cap="none" dirty="0">
                <a:solidFill>
                  <a:schemeClr val="bg1"/>
                </a:solidFill>
                <a:latin typeface="+mj-lt"/>
                <a:ea typeface="Inter"/>
                <a:cs typeface="Inter"/>
                <a:sym typeface="Inter"/>
              </a:rPr>
              <a:t> </a:t>
            </a:r>
            <a:r>
              <a:rPr lang="en-US" sz="1200" b="0" i="0" u="none" strike="noStrike" cap="none" dirty="0" err="1">
                <a:solidFill>
                  <a:schemeClr val="bg1"/>
                </a:solidFill>
                <a:latin typeface="+mj-lt"/>
                <a:ea typeface="Inter"/>
                <a:cs typeface="Inter"/>
                <a:sym typeface="Inter"/>
              </a:rPr>
              <a:t>hội</a:t>
            </a:r>
            <a:r>
              <a:rPr lang="en-US" sz="1200" b="0" i="0" u="none" strike="noStrike" cap="none" dirty="0">
                <a:solidFill>
                  <a:schemeClr val="bg1"/>
                </a:solidFill>
                <a:latin typeface="+mj-lt"/>
                <a:ea typeface="Inter"/>
                <a:cs typeface="Inter"/>
                <a:sym typeface="Inter"/>
              </a:rPr>
              <a:t> </a:t>
            </a:r>
            <a:r>
              <a:rPr lang="en-US" sz="1200" b="0" i="0" u="none" strike="noStrike" cap="none" dirty="0" err="1">
                <a:solidFill>
                  <a:schemeClr val="bg1"/>
                </a:solidFill>
                <a:latin typeface="+mj-lt"/>
                <a:ea typeface="Inter"/>
                <a:cs typeface="Inter"/>
                <a:sym typeface="Inter"/>
              </a:rPr>
              <a:t>thoại</a:t>
            </a:r>
            <a:r>
              <a:rPr lang="en-US" sz="1200" b="0" i="0" u="none" strike="noStrike" cap="none" dirty="0">
                <a:solidFill>
                  <a:schemeClr val="bg1"/>
                </a:solidFill>
                <a:latin typeface="+mj-lt"/>
                <a:ea typeface="Inter"/>
                <a:cs typeface="Inter"/>
                <a:sym typeface="Inter"/>
              </a:rPr>
              <a:t>.</a:t>
            </a:r>
            <a:endParaRPr sz="1200" dirty="0">
              <a:solidFill>
                <a:schemeClr val="bg1"/>
              </a:solidFill>
              <a:latin typeface="+mj-lt"/>
            </a:endParaRPr>
          </a:p>
        </p:txBody>
      </p:sp>
      <p:pic>
        <p:nvPicPr>
          <p:cNvPr id="17" name="Google Shape;133;p15" descr="image.png">
            <a:extLst>
              <a:ext uri="{FF2B5EF4-FFF2-40B4-BE49-F238E27FC236}">
                <a16:creationId xmlns:a16="http://schemas.microsoft.com/office/drawing/2014/main" id="{DF5FE4A8-2B41-E8D9-1ED9-406383E215F6}"/>
              </a:ext>
            </a:extLst>
          </p:cNvPr>
          <p:cNvPicPr preferRelativeResize="0"/>
          <p:nvPr/>
        </p:nvPicPr>
        <p:blipFill rotWithShape="1">
          <a:blip r:embed="rId5">
            <a:alphaModFix/>
          </a:blip>
          <a:srcRect/>
          <a:stretch/>
        </p:blipFill>
        <p:spPr>
          <a:xfrm>
            <a:off x="3619946" y="4136677"/>
            <a:ext cx="190500" cy="190500"/>
          </a:xfrm>
          <a:prstGeom prst="rect">
            <a:avLst/>
          </a:prstGeom>
          <a:noFill/>
          <a:ln>
            <a:noFill/>
          </a:ln>
        </p:spPr>
      </p:pic>
      <p:sp>
        <p:nvSpPr>
          <p:cNvPr id="19" name="Google Shape;134;p15">
            <a:extLst>
              <a:ext uri="{FF2B5EF4-FFF2-40B4-BE49-F238E27FC236}">
                <a16:creationId xmlns:a16="http://schemas.microsoft.com/office/drawing/2014/main" id="{86B41463-9087-ACF2-B719-E0F842F35521}"/>
              </a:ext>
            </a:extLst>
          </p:cNvPr>
          <p:cNvSpPr txBox="1"/>
          <p:nvPr/>
        </p:nvSpPr>
        <p:spPr>
          <a:xfrm>
            <a:off x="2972246" y="4374802"/>
            <a:ext cx="1485900" cy="3693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dirty="0" err="1">
                <a:solidFill>
                  <a:srgbClr val="475569"/>
                </a:solidFill>
                <a:latin typeface="+mj-lt"/>
                <a:ea typeface="Inter"/>
                <a:cs typeface="Inter"/>
                <a:sym typeface="Inter"/>
              </a:rPr>
              <a:t>Ràng</a:t>
            </a:r>
            <a:r>
              <a:rPr lang="en-US" sz="1200" b="0" i="0" u="none" strike="noStrike" cap="none" dirty="0">
                <a:solidFill>
                  <a:srgbClr val="475569"/>
                </a:solidFill>
                <a:latin typeface="+mj-lt"/>
                <a:ea typeface="Inter"/>
                <a:cs typeface="Inter"/>
                <a:sym typeface="Inter"/>
              </a:rPr>
              <a:t> </a:t>
            </a:r>
            <a:r>
              <a:rPr lang="en-US" sz="1200" b="0" i="0" u="none" strike="noStrike" cap="none" dirty="0" err="1">
                <a:solidFill>
                  <a:srgbClr val="475569"/>
                </a:solidFill>
                <a:latin typeface="+mj-lt"/>
                <a:ea typeface="Inter"/>
                <a:cs typeface="Inter"/>
                <a:sym typeface="Inter"/>
              </a:rPr>
              <a:t>buộc</a:t>
            </a:r>
            <a:r>
              <a:rPr lang="en-US" sz="1200" b="0" i="0" u="none" strike="noStrike" cap="none" dirty="0">
                <a:solidFill>
                  <a:srgbClr val="475569"/>
                </a:solidFill>
                <a:latin typeface="+mj-lt"/>
                <a:ea typeface="Inter"/>
                <a:cs typeface="Inter"/>
                <a:sym typeface="Inter"/>
              </a:rPr>
              <a:t> </a:t>
            </a:r>
            <a:r>
              <a:rPr lang="en-US" sz="1200" b="0" i="0" u="none" strike="noStrike" cap="none" dirty="0" err="1">
                <a:solidFill>
                  <a:srgbClr val="475569"/>
                </a:solidFill>
                <a:latin typeface="+mj-lt"/>
                <a:ea typeface="Inter"/>
                <a:cs typeface="Inter"/>
                <a:sym typeface="Inter"/>
              </a:rPr>
              <a:t>dữ</a:t>
            </a:r>
            <a:r>
              <a:rPr lang="en-US" sz="1200" b="0" i="0" u="none" strike="noStrike" cap="none" dirty="0">
                <a:solidFill>
                  <a:srgbClr val="475569"/>
                </a:solidFill>
                <a:latin typeface="+mj-lt"/>
                <a:ea typeface="Inter"/>
                <a:cs typeface="Inter"/>
                <a:sym typeface="Inter"/>
              </a:rPr>
              <a:t> </a:t>
            </a:r>
            <a:r>
              <a:rPr lang="en-US" sz="1200" b="0" i="0" u="none" strike="noStrike" cap="none" dirty="0" err="1">
                <a:solidFill>
                  <a:srgbClr val="475569"/>
                </a:solidFill>
                <a:latin typeface="+mj-lt"/>
                <a:ea typeface="Inter"/>
                <a:cs typeface="Inter"/>
                <a:sym typeface="Inter"/>
              </a:rPr>
              <a:t>liệu</a:t>
            </a:r>
            <a:r>
              <a:rPr lang="en-US" sz="1200" b="0" i="0" u="none" strike="noStrike" cap="none" dirty="0">
                <a:solidFill>
                  <a:srgbClr val="475569"/>
                </a:solidFill>
                <a:latin typeface="+mj-lt"/>
                <a:ea typeface="Inter"/>
                <a:cs typeface="Inter"/>
                <a:sym typeface="Inter"/>
              </a:rPr>
              <a:t> &amp; </a:t>
            </a:r>
            <a:r>
              <a:rPr lang="en-US" sz="1200" b="0" i="0" u="none" strike="noStrike" cap="none" dirty="0" err="1">
                <a:solidFill>
                  <a:srgbClr val="475569"/>
                </a:solidFill>
                <a:latin typeface="+mj-lt"/>
                <a:ea typeface="Inter"/>
                <a:cs typeface="Inter"/>
                <a:sym typeface="Inter"/>
              </a:rPr>
              <a:t>Sự</a:t>
            </a:r>
            <a:r>
              <a:rPr lang="en-US" sz="1200" b="0" i="0" u="none" strike="noStrike" cap="none" dirty="0">
                <a:solidFill>
                  <a:srgbClr val="475569"/>
                </a:solidFill>
                <a:latin typeface="+mj-lt"/>
                <a:ea typeface="Inter"/>
                <a:cs typeface="Inter"/>
                <a:sym typeface="Inter"/>
              </a:rPr>
              <a:t> </a:t>
            </a:r>
            <a:r>
              <a:rPr lang="en-US" sz="1200" b="0" i="0" u="none" strike="noStrike" cap="none" dirty="0" err="1">
                <a:solidFill>
                  <a:srgbClr val="475569"/>
                </a:solidFill>
                <a:latin typeface="+mj-lt"/>
                <a:ea typeface="Inter"/>
                <a:cs typeface="Inter"/>
                <a:sym typeface="Inter"/>
              </a:rPr>
              <a:t>kiện</a:t>
            </a:r>
            <a:endParaRPr sz="1200" dirty="0">
              <a:latin typeface="+mj-lt"/>
            </a:endParaRPr>
          </a:p>
        </p:txBody>
      </p:sp>
      <p:sp>
        <p:nvSpPr>
          <p:cNvPr id="21" name="Google Shape;135;p15">
            <a:extLst>
              <a:ext uri="{FF2B5EF4-FFF2-40B4-BE49-F238E27FC236}">
                <a16:creationId xmlns:a16="http://schemas.microsoft.com/office/drawing/2014/main" id="{7B13C012-2A65-CE0C-3B9C-06D70991D62A}"/>
              </a:ext>
            </a:extLst>
          </p:cNvPr>
          <p:cNvSpPr txBox="1"/>
          <p:nvPr/>
        </p:nvSpPr>
        <p:spPr>
          <a:xfrm>
            <a:off x="4793314" y="3889325"/>
            <a:ext cx="2324978" cy="2308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0" i="0" u="none" strike="noStrike" cap="none" dirty="0" err="1">
                <a:solidFill>
                  <a:srgbClr val="10B981"/>
                </a:solidFill>
                <a:latin typeface="+mj-lt"/>
                <a:ea typeface="Poppins SemiBold"/>
                <a:cs typeface="Poppins SemiBold"/>
                <a:sym typeface="Poppins SemiBold"/>
              </a:rPr>
              <a:t>Cầu</a:t>
            </a:r>
            <a:r>
              <a:rPr lang="en-US" sz="1500" b="0" i="0" u="none" strike="noStrike" cap="none" dirty="0">
                <a:solidFill>
                  <a:srgbClr val="10B981"/>
                </a:solidFill>
                <a:latin typeface="+mj-lt"/>
                <a:ea typeface="Poppins SemiBold"/>
                <a:cs typeface="Poppins SemiBold"/>
                <a:sym typeface="Poppins SemiBold"/>
              </a:rPr>
              <a:t> </a:t>
            </a:r>
            <a:r>
              <a:rPr lang="en-US" sz="1500" b="0" i="0" u="none" strike="noStrike" cap="none" dirty="0" err="1">
                <a:solidFill>
                  <a:srgbClr val="10B981"/>
                </a:solidFill>
                <a:latin typeface="+mj-lt"/>
                <a:ea typeface="Poppins SemiBold"/>
                <a:cs typeface="Poppins SemiBold"/>
                <a:sym typeface="Poppins SemiBold"/>
              </a:rPr>
              <a:t>nối</a:t>
            </a:r>
            <a:r>
              <a:rPr lang="en-US" sz="1500" b="0" i="0" u="none" strike="noStrike" cap="none" dirty="0">
                <a:solidFill>
                  <a:srgbClr val="10B981"/>
                </a:solidFill>
                <a:latin typeface="+mj-lt"/>
                <a:ea typeface="Poppins SemiBold"/>
                <a:cs typeface="Poppins SemiBold"/>
                <a:sym typeface="Poppins SemiBold"/>
              </a:rPr>
              <a:t> (VIEWMODEL)</a:t>
            </a:r>
            <a:endParaRPr sz="1500" dirty="0">
              <a:latin typeface="+mj-lt"/>
            </a:endParaRPr>
          </a:p>
        </p:txBody>
      </p:sp>
      <p:sp>
        <p:nvSpPr>
          <p:cNvPr id="23" name="Google Shape;136;p15">
            <a:extLst>
              <a:ext uri="{FF2B5EF4-FFF2-40B4-BE49-F238E27FC236}">
                <a16:creationId xmlns:a16="http://schemas.microsoft.com/office/drawing/2014/main" id="{61CA7535-D71A-AAF7-3E55-B5C24A1BC6D1}"/>
              </a:ext>
            </a:extLst>
          </p:cNvPr>
          <p:cNvSpPr txBox="1"/>
          <p:nvPr/>
        </p:nvSpPr>
        <p:spPr>
          <a:xfrm>
            <a:off x="4848671" y="4222700"/>
            <a:ext cx="2214264" cy="110799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dirty="0">
                <a:solidFill>
                  <a:srgbClr val="06B6D4"/>
                </a:solidFill>
                <a:latin typeface="+mj-lt"/>
                <a:ea typeface="Inter"/>
                <a:cs typeface="Inter"/>
                <a:sym typeface="Inter"/>
              </a:rPr>
              <a:t>C++17 Singletons</a:t>
            </a:r>
            <a:br>
              <a:rPr lang="en-US" sz="1200" b="0" i="0" u="none" strike="noStrike" cap="none" dirty="0">
                <a:solidFill>
                  <a:schemeClr val="dk1"/>
                </a:solidFill>
                <a:latin typeface="+mj-lt"/>
                <a:ea typeface="Calibri"/>
                <a:cs typeface="Calibri"/>
                <a:sym typeface="Calibri"/>
              </a:rPr>
            </a:br>
            <a:r>
              <a:rPr lang="en-US" sz="1200" b="0" i="0" u="none" strike="noStrike" cap="none" dirty="0">
                <a:solidFill>
                  <a:schemeClr val="bg1"/>
                </a:solidFill>
                <a:latin typeface="+mj-lt"/>
                <a:ea typeface="Inter"/>
                <a:cs typeface="Inter"/>
                <a:sym typeface="Inter"/>
              </a:rPr>
              <a:t> </a:t>
            </a:r>
            <a:r>
              <a:rPr lang="en-US" sz="1200" b="0" i="0" u="none" strike="noStrike" cap="none" dirty="0" err="1">
                <a:solidFill>
                  <a:schemeClr val="bg1"/>
                </a:solidFill>
                <a:latin typeface="+mj-lt"/>
                <a:ea typeface="Inter"/>
                <a:cs typeface="Inter"/>
                <a:sym typeface="Inter"/>
              </a:rPr>
              <a:t>Bộ</a:t>
            </a:r>
            <a:r>
              <a:rPr lang="en-US" sz="1200" b="0" i="0" u="none" strike="noStrike" cap="none" dirty="0">
                <a:solidFill>
                  <a:schemeClr val="bg1"/>
                </a:solidFill>
                <a:latin typeface="+mj-lt"/>
                <a:ea typeface="Inter"/>
                <a:cs typeface="Inter"/>
                <a:sym typeface="Inter"/>
              </a:rPr>
              <a:t> </a:t>
            </a:r>
            <a:r>
              <a:rPr lang="en-US" sz="1200" b="0" i="0" u="none" strike="noStrike" cap="none" dirty="0" err="1">
                <a:solidFill>
                  <a:schemeClr val="bg1"/>
                </a:solidFill>
                <a:latin typeface="+mj-lt"/>
                <a:ea typeface="Inter"/>
                <a:cs typeface="Inter"/>
                <a:sym typeface="Inter"/>
              </a:rPr>
              <a:t>điều</a:t>
            </a:r>
            <a:r>
              <a:rPr lang="en-US" sz="1200" b="0" i="0" u="none" strike="noStrike" cap="none" dirty="0">
                <a:solidFill>
                  <a:schemeClr val="bg1"/>
                </a:solidFill>
                <a:latin typeface="+mj-lt"/>
                <a:ea typeface="Inter"/>
                <a:cs typeface="Inter"/>
                <a:sym typeface="Inter"/>
              </a:rPr>
              <a:t> </a:t>
            </a:r>
            <a:r>
              <a:rPr lang="en-US" sz="1200" b="0" i="0" u="none" strike="noStrike" cap="none" dirty="0" err="1">
                <a:solidFill>
                  <a:schemeClr val="bg1"/>
                </a:solidFill>
                <a:latin typeface="+mj-lt"/>
                <a:ea typeface="Inter"/>
                <a:cs typeface="Inter"/>
                <a:sym typeface="Inter"/>
              </a:rPr>
              <a:t>phối</a:t>
            </a:r>
            <a:r>
              <a:rPr lang="en-US" sz="1200" b="0" i="0" u="none" strike="noStrike" cap="none" dirty="0">
                <a:solidFill>
                  <a:schemeClr val="bg1"/>
                </a:solidFill>
                <a:latin typeface="+mj-lt"/>
                <a:ea typeface="Inter"/>
                <a:cs typeface="Inter"/>
                <a:sym typeface="Inter"/>
              </a:rPr>
              <a:t> </a:t>
            </a:r>
            <a:r>
              <a:rPr lang="en-US" sz="1200" b="0" i="0" u="none" strike="noStrike" cap="none" dirty="0" err="1">
                <a:solidFill>
                  <a:schemeClr val="bg1"/>
                </a:solidFill>
                <a:latin typeface="+mj-lt"/>
                <a:ea typeface="Inter"/>
                <a:cs typeface="Inter"/>
                <a:sym typeface="Inter"/>
              </a:rPr>
              <a:t>trung</a:t>
            </a:r>
            <a:r>
              <a:rPr lang="en-US" sz="1200" b="0" i="0" u="none" strike="noStrike" cap="none" dirty="0">
                <a:solidFill>
                  <a:schemeClr val="bg1"/>
                </a:solidFill>
                <a:latin typeface="+mj-lt"/>
                <a:ea typeface="Inter"/>
                <a:cs typeface="Inter"/>
                <a:sym typeface="Inter"/>
              </a:rPr>
              <a:t> </a:t>
            </a:r>
            <a:r>
              <a:rPr lang="en-US" sz="1200" b="0" i="0" u="none" strike="noStrike" cap="none" dirty="0" err="1">
                <a:solidFill>
                  <a:schemeClr val="bg1"/>
                </a:solidFill>
                <a:latin typeface="+mj-lt"/>
                <a:ea typeface="Inter"/>
                <a:cs typeface="Inter"/>
                <a:sym typeface="Inter"/>
              </a:rPr>
              <a:t>gian</a:t>
            </a:r>
            <a:r>
              <a:rPr lang="en-US" sz="1200" b="0" i="0" u="none" strike="noStrike" cap="none" dirty="0">
                <a:solidFill>
                  <a:schemeClr val="bg1"/>
                </a:solidFill>
                <a:latin typeface="+mj-lt"/>
                <a:ea typeface="Inter"/>
                <a:cs typeface="Inter"/>
                <a:sym typeface="Inter"/>
              </a:rPr>
              <a:t>, </a:t>
            </a:r>
            <a:r>
              <a:rPr lang="en-US" sz="1200" b="0" i="0" u="none" strike="noStrike" cap="none" dirty="0" err="1">
                <a:solidFill>
                  <a:schemeClr val="bg1"/>
                </a:solidFill>
                <a:latin typeface="+mj-lt"/>
                <a:ea typeface="Inter"/>
                <a:cs typeface="Inter"/>
                <a:sym typeface="Inter"/>
              </a:rPr>
              <a:t>lắng</a:t>
            </a:r>
            <a:r>
              <a:rPr lang="en-US" sz="1200" b="0" i="0" u="none" strike="noStrike" cap="none" dirty="0">
                <a:solidFill>
                  <a:schemeClr val="bg1"/>
                </a:solidFill>
                <a:latin typeface="+mj-lt"/>
                <a:ea typeface="Inter"/>
                <a:cs typeface="Inter"/>
                <a:sym typeface="Inter"/>
              </a:rPr>
              <a:t> </a:t>
            </a:r>
            <a:r>
              <a:rPr lang="en-US" sz="1200" b="0" i="0" u="none" strike="noStrike" cap="none" dirty="0" err="1">
                <a:solidFill>
                  <a:schemeClr val="bg1"/>
                </a:solidFill>
                <a:latin typeface="+mj-lt"/>
                <a:ea typeface="Inter"/>
                <a:cs typeface="Inter"/>
                <a:sym typeface="Inter"/>
              </a:rPr>
              <a:t>nghe</a:t>
            </a:r>
            <a:r>
              <a:rPr lang="en-US" sz="1200" b="0" i="0" u="none" strike="noStrike" cap="none" dirty="0">
                <a:solidFill>
                  <a:schemeClr val="bg1"/>
                </a:solidFill>
                <a:latin typeface="+mj-lt"/>
                <a:ea typeface="Inter"/>
                <a:cs typeface="Inter"/>
                <a:sym typeface="Inter"/>
              </a:rPr>
              <a:t> </a:t>
            </a:r>
            <a:r>
              <a:rPr lang="en-US" sz="1200" b="0" i="0" u="none" strike="noStrike" cap="none" dirty="0" err="1">
                <a:solidFill>
                  <a:schemeClr val="bg1"/>
                </a:solidFill>
                <a:latin typeface="+mj-lt"/>
                <a:ea typeface="Inter"/>
                <a:cs typeface="Inter"/>
                <a:sym typeface="Inter"/>
              </a:rPr>
              <a:t>hành</a:t>
            </a:r>
            <a:r>
              <a:rPr lang="en-US" sz="1200" b="0" i="0" u="none" strike="noStrike" cap="none" dirty="0">
                <a:solidFill>
                  <a:schemeClr val="bg1"/>
                </a:solidFill>
                <a:latin typeface="+mj-lt"/>
                <a:ea typeface="Inter"/>
                <a:cs typeface="Inter"/>
                <a:sym typeface="Inter"/>
              </a:rPr>
              <a:t> </a:t>
            </a:r>
            <a:r>
              <a:rPr lang="en-US" sz="1200" b="0" i="0" u="none" strike="noStrike" cap="none" dirty="0" err="1">
                <a:solidFill>
                  <a:schemeClr val="bg1"/>
                </a:solidFill>
                <a:latin typeface="+mj-lt"/>
                <a:ea typeface="Inter"/>
                <a:cs typeface="Inter"/>
                <a:sym typeface="Inter"/>
              </a:rPr>
              <a:t>động</a:t>
            </a:r>
            <a:r>
              <a:rPr lang="en-US" sz="1200" b="0" i="0" u="none" strike="noStrike" cap="none" dirty="0">
                <a:solidFill>
                  <a:schemeClr val="bg1"/>
                </a:solidFill>
                <a:latin typeface="+mj-lt"/>
                <a:ea typeface="Inter"/>
                <a:cs typeface="Inter"/>
                <a:sym typeface="Inter"/>
              </a:rPr>
              <a:t> </a:t>
            </a:r>
            <a:r>
              <a:rPr lang="en-US" sz="1200" b="0" i="0" u="none" strike="noStrike" cap="none" dirty="0" err="1">
                <a:solidFill>
                  <a:schemeClr val="bg1"/>
                </a:solidFill>
                <a:latin typeface="+mj-lt"/>
                <a:ea typeface="Inter"/>
                <a:cs typeface="Inter"/>
                <a:sym typeface="Inter"/>
              </a:rPr>
              <a:t>từ</a:t>
            </a:r>
            <a:r>
              <a:rPr lang="en-US" sz="1200" b="0" i="0" u="none" strike="noStrike" cap="none" dirty="0">
                <a:solidFill>
                  <a:schemeClr val="bg1"/>
                </a:solidFill>
                <a:latin typeface="+mj-lt"/>
                <a:ea typeface="Inter"/>
                <a:cs typeface="Inter"/>
                <a:sym typeface="Inter"/>
              </a:rPr>
              <a:t> View, </a:t>
            </a:r>
            <a:r>
              <a:rPr lang="en-US" sz="1200" b="0" i="0" u="none" strike="noStrike" cap="none" dirty="0" err="1">
                <a:solidFill>
                  <a:schemeClr val="bg1"/>
                </a:solidFill>
                <a:latin typeface="+mj-lt"/>
                <a:ea typeface="Inter"/>
                <a:cs typeface="Inter"/>
                <a:sym typeface="Inter"/>
              </a:rPr>
              <a:t>gọi</a:t>
            </a:r>
            <a:r>
              <a:rPr lang="en-US" sz="1200" b="0" i="0" u="none" strike="noStrike" cap="none" dirty="0">
                <a:solidFill>
                  <a:schemeClr val="bg1"/>
                </a:solidFill>
                <a:latin typeface="+mj-lt"/>
                <a:ea typeface="Inter"/>
                <a:cs typeface="Inter"/>
                <a:sym typeface="Inter"/>
              </a:rPr>
              <a:t> </a:t>
            </a:r>
            <a:r>
              <a:rPr lang="en-US" sz="1200" b="0" i="0" u="none" strike="noStrike" cap="none" dirty="0" err="1">
                <a:solidFill>
                  <a:schemeClr val="bg1"/>
                </a:solidFill>
                <a:latin typeface="+mj-lt"/>
                <a:ea typeface="Inter"/>
                <a:cs typeface="Inter"/>
                <a:sym typeface="Inter"/>
              </a:rPr>
              <a:t>dịch</a:t>
            </a:r>
            <a:r>
              <a:rPr lang="en-US" sz="1200" b="0" i="0" u="none" strike="noStrike" cap="none" dirty="0">
                <a:solidFill>
                  <a:schemeClr val="bg1"/>
                </a:solidFill>
                <a:latin typeface="+mj-lt"/>
                <a:ea typeface="Inter"/>
                <a:cs typeface="Inter"/>
                <a:sym typeface="Inter"/>
              </a:rPr>
              <a:t> </a:t>
            </a:r>
            <a:r>
              <a:rPr lang="en-US" sz="1200" b="0" i="0" u="none" strike="noStrike" cap="none" dirty="0" err="1">
                <a:solidFill>
                  <a:schemeClr val="bg1"/>
                </a:solidFill>
                <a:latin typeface="+mj-lt"/>
                <a:ea typeface="Inter"/>
                <a:cs typeface="Inter"/>
                <a:sym typeface="Inter"/>
              </a:rPr>
              <a:t>vụ</a:t>
            </a:r>
            <a:r>
              <a:rPr lang="en-US" sz="1200" b="0" i="0" u="none" strike="noStrike" cap="none" dirty="0">
                <a:solidFill>
                  <a:schemeClr val="bg1"/>
                </a:solidFill>
                <a:latin typeface="+mj-lt"/>
                <a:ea typeface="Inter"/>
                <a:cs typeface="Inter"/>
                <a:sym typeface="Inter"/>
              </a:rPr>
              <a:t> </a:t>
            </a:r>
            <a:r>
              <a:rPr lang="en-US" sz="1200" b="0" i="0" u="none" strike="noStrike" cap="none" dirty="0" err="1">
                <a:solidFill>
                  <a:schemeClr val="bg1"/>
                </a:solidFill>
                <a:latin typeface="+mj-lt"/>
                <a:ea typeface="Inter"/>
                <a:cs typeface="Inter"/>
                <a:sym typeface="Inter"/>
              </a:rPr>
              <a:t>thực</a:t>
            </a:r>
            <a:r>
              <a:rPr lang="en-US" sz="1200" b="0" i="0" u="none" strike="noStrike" cap="none" dirty="0">
                <a:solidFill>
                  <a:schemeClr val="bg1"/>
                </a:solidFill>
                <a:latin typeface="+mj-lt"/>
                <a:ea typeface="Inter"/>
                <a:cs typeface="Inter"/>
                <a:sym typeface="Inter"/>
              </a:rPr>
              <a:t> </a:t>
            </a:r>
            <a:r>
              <a:rPr lang="en-US" sz="1200" b="0" i="0" u="none" strike="noStrike" cap="none" dirty="0" err="1">
                <a:solidFill>
                  <a:schemeClr val="bg1"/>
                </a:solidFill>
                <a:latin typeface="+mj-lt"/>
                <a:ea typeface="Inter"/>
                <a:cs typeface="Inter"/>
                <a:sym typeface="Inter"/>
              </a:rPr>
              <a:t>thi</a:t>
            </a:r>
            <a:r>
              <a:rPr lang="en-US" sz="1200" b="0" i="0" u="none" strike="noStrike" cap="none" dirty="0">
                <a:solidFill>
                  <a:schemeClr val="bg1"/>
                </a:solidFill>
                <a:latin typeface="+mj-lt"/>
                <a:ea typeface="Inter"/>
                <a:cs typeface="Inter"/>
                <a:sym typeface="Inter"/>
              </a:rPr>
              <a:t> </a:t>
            </a:r>
            <a:r>
              <a:rPr lang="en-US" sz="1200" b="0" i="0" u="none" strike="noStrike" cap="none" dirty="0" err="1">
                <a:solidFill>
                  <a:schemeClr val="bg1"/>
                </a:solidFill>
                <a:latin typeface="+mj-lt"/>
                <a:ea typeface="Inter"/>
                <a:cs typeface="Inter"/>
                <a:sym typeface="Inter"/>
              </a:rPr>
              <a:t>từ</a:t>
            </a:r>
            <a:r>
              <a:rPr lang="en-US" sz="1200" b="0" i="0" u="none" strike="noStrike" cap="none" dirty="0">
                <a:solidFill>
                  <a:schemeClr val="bg1"/>
                </a:solidFill>
                <a:latin typeface="+mj-lt"/>
                <a:ea typeface="Inter"/>
                <a:cs typeface="Inter"/>
                <a:sym typeface="Inter"/>
              </a:rPr>
              <a:t> Model </a:t>
            </a:r>
            <a:r>
              <a:rPr lang="en-US" sz="1200" b="0" i="0" u="none" strike="noStrike" cap="none" dirty="0" err="1">
                <a:solidFill>
                  <a:schemeClr val="bg1"/>
                </a:solidFill>
                <a:latin typeface="+mj-lt"/>
                <a:ea typeface="Inter"/>
                <a:cs typeface="Inter"/>
                <a:sym typeface="Inter"/>
              </a:rPr>
              <a:t>và</a:t>
            </a:r>
            <a:r>
              <a:rPr lang="en-US" sz="1200" b="0" i="0" u="none" strike="noStrike" cap="none" dirty="0">
                <a:solidFill>
                  <a:schemeClr val="bg1"/>
                </a:solidFill>
                <a:latin typeface="+mj-lt"/>
                <a:ea typeface="Inter"/>
                <a:cs typeface="Inter"/>
                <a:sym typeface="Inter"/>
              </a:rPr>
              <a:t> </a:t>
            </a:r>
            <a:r>
              <a:rPr lang="en-US" sz="1200" b="0" i="0" u="none" strike="noStrike" cap="none" dirty="0" err="1">
                <a:solidFill>
                  <a:schemeClr val="bg1"/>
                </a:solidFill>
                <a:latin typeface="+mj-lt"/>
                <a:ea typeface="Inter"/>
                <a:cs typeface="Inter"/>
                <a:sym typeface="Inter"/>
              </a:rPr>
              <a:t>đóng</a:t>
            </a:r>
            <a:r>
              <a:rPr lang="en-US" sz="1200" b="0" i="0" u="none" strike="noStrike" cap="none" dirty="0">
                <a:solidFill>
                  <a:schemeClr val="bg1"/>
                </a:solidFill>
                <a:latin typeface="+mj-lt"/>
                <a:ea typeface="Inter"/>
                <a:cs typeface="Inter"/>
                <a:sym typeface="Inter"/>
              </a:rPr>
              <a:t> </a:t>
            </a:r>
            <a:r>
              <a:rPr lang="en-US" sz="1200" b="0" i="0" u="none" strike="noStrike" cap="none" dirty="0" err="1">
                <a:solidFill>
                  <a:schemeClr val="bg1"/>
                </a:solidFill>
                <a:latin typeface="+mj-lt"/>
                <a:ea typeface="Inter"/>
                <a:cs typeface="Inter"/>
                <a:sym typeface="Inter"/>
              </a:rPr>
              <a:t>gói</a:t>
            </a:r>
            <a:r>
              <a:rPr lang="en-US" sz="1200" b="0" i="0" u="none" strike="noStrike" cap="none" dirty="0">
                <a:solidFill>
                  <a:schemeClr val="bg1"/>
                </a:solidFill>
                <a:latin typeface="+mj-lt"/>
                <a:ea typeface="Inter"/>
                <a:cs typeface="Inter"/>
                <a:sym typeface="Inter"/>
              </a:rPr>
              <a:t> </a:t>
            </a:r>
            <a:r>
              <a:rPr lang="en-US" sz="1200" b="0" i="0" u="none" strike="noStrike" cap="none" dirty="0" err="1">
                <a:solidFill>
                  <a:schemeClr val="bg1"/>
                </a:solidFill>
                <a:latin typeface="+mj-lt"/>
                <a:ea typeface="Inter"/>
                <a:cs typeface="Inter"/>
                <a:sym typeface="Inter"/>
              </a:rPr>
              <a:t>dữ</a:t>
            </a:r>
            <a:r>
              <a:rPr lang="en-US" sz="1200" b="0" i="0" u="none" strike="noStrike" cap="none" dirty="0">
                <a:solidFill>
                  <a:schemeClr val="bg1"/>
                </a:solidFill>
                <a:latin typeface="+mj-lt"/>
                <a:ea typeface="Inter"/>
                <a:cs typeface="Inter"/>
                <a:sym typeface="Inter"/>
              </a:rPr>
              <a:t> </a:t>
            </a:r>
            <a:r>
              <a:rPr lang="en-US" sz="1200" b="0" i="0" u="none" strike="noStrike" cap="none" dirty="0" err="1">
                <a:solidFill>
                  <a:schemeClr val="bg1"/>
                </a:solidFill>
                <a:latin typeface="+mj-lt"/>
                <a:ea typeface="Inter"/>
                <a:cs typeface="Inter"/>
                <a:sym typeface="Inter"/>
              </a:rPr>
              <a:t>liệu</a:t>
            </a:r>
            <a:r>
              <a:rPr lang="en-US" sz="1200" b="0" i="0" u="none" strike="noStrike" cap="none" dirty="0">
                <a:solidFill>
                  <a:schemeClr val="bg1"/>
                </a:solidFill>
                <a:latin typeface="+mj-lt"/>
                <a:ea typeface="Inter"/>
                <a:cs typeface="Inter"/>
                <a:sym typeface="Inter"/>
              </a:rPr>
              <a:t> Q_PROPERTY </a:t>
            </a:r>
            <a:r>
              <a:rPr lang="en-US" sz="1200" b="0" i="0" u="none" strike="noStrike" cap="none" dirty="0" err="1">
                <a:solidFill>
                  <a:schemeClr val="bg1"/>
                </a:solidFill>
                <a:latin typeface="+mj-lt"/>
                <a:ea typeface="Inter"/>
                <a:cs typeface="Inter"/>
                <a:sym typeface="Inter"/>
              </a:rPr>
              <a:t>cập</a:t>
            </a:r>
            <a:r>
              <a:rPr lang="en-US" sz="1200" b="0" i="0" u="none" strike="noStrike" cap="none" dirty="0">
                <a:solidFill>
                  <a:schemeClr val="bg1"/>
                </a:solidFill>
                <a:latin typeface="+mj-lt"/>
                <a:ea typeface="Inter"/>
                <a:cs typeface="Inter"/>
                <a:sym typeface="Inter"/>
              </a:rPr>
              <a:t> </a:t>
            </a:r>
            <a:r>
              <a:rPr lang="en-US" sz="1200" b="0" i="0" u="none" strike="noStrike" cap="none" dirty="0" err="1">
                <a:solidFill>
                  <a:schemeClr val="bg1"/>
                </a:solidFill>
                <a:latin typeface="+mj-lt"/>
                <a:ea typeface="Inter"/>
                <a:cs typeface="Inter"/>
                <a:sym typeface="Inter"/>
              </a:rPr>
              <a:t>nhật</a:t>
            </a:r>
            <a:r>
              <a:rPr lang="en-US" sz="1200" b="0" i="0" u="none" strike="noStrike" cap="none" dirty="0">
                <a:solidFill>
                  <a:schemeClr val="bg1"/>
                </a:solidFill>
                <a:latin typeface="+mj-lt"/>
                <a:ea typeface="Inter"/>
                <a:cs typeface="Inter"/>
                <a:sym typeface="Inter"/>
              </a:rPr>
              <a:t> </a:t>
            </a:r>
            <a:r>
              <a:rPr lang="en-US" sz="1200" b="0" i="0" u="none" strike="noStrike" cap="none" dirty="0" err="1">
                <a:solidFill>
                  <a:schemeClr val="bg1"/>
                </a:solidFill>
                <a:latin typeface="+mj-lt"/>
                <a:ea typeface="Inter"/>
                <a:cs typeface="Inter"/>
                <a:sym typeface="Inter"/>
              </a:rPr>
              <a:t>ngược</a:t>
            </a:r>
            <a:r>
              <a:rPr lang="en-US" sz="1200" b="0" i="0" u="none" strike="noStrike" cap="none" dirty="0">
                <a:solidFill>
                  <a:schemeClr val="bg1"/>
                </a:solidFill>
                <a:latin typeface="+mj-lt"/>
                <a:ea typeface="Inter"/>
                <a:cs typeface="Inter"/>
                <a:sym typeface="Inter"/>
              </a:rPr>
              <a:t> UI.</a:t>
            </a:r>
            <a:endParaRPr sz="1200" dirty="0">
              <a:solidFill>
                <a:schemeClr val="bg1"/>
              </a:solidFill>
              <a:latin typeface="+mj-lt"/>
            </a:endParaRPr>
          </a:p>
        </p:txBody>
      </p:sp>
      <p:pic>
        <p:nvPicPr>
          <p:cNvPr id="25" name="Google Shape;137;p15" descr="image.png">
            <a:extLst>
              <a:ext uri="{FF2B5EF4-FFF2-40B4-BE49-F238E27FC236}">
                <a16:creationId xmlns:a16="http://schemas.microsoft.com/office/drawing/2014/main" id="{5FD3D3CF-F9DB-353D-F998-E31EEB751484}"/>
              </a:ext>
            </a:extLst>
          </p:cNvPr>
          <p:cNvPicPr preferRelativeResize="0"/>
          <p:nvPr/>
        </p:nvPicPr>
        <p:blipFill rotWithShape="1">
          <a:blip r:embed="rId6">
            <a:alphaModFix/>
          </a:blip>
          <a:srcRect/>
          <a:stretch/>
        </p:blipFill>
        <p:spPr>
          <a:xfrm>
            <a:off x="8015436" y="4136677"/>
            <a:ext cx="190500" cy="190500"/>
          </a:xfrm>
          <a:prstGeom prst="rect">
            <a:avLst/>
          </a:prstGeom>
          <a:noFill/>
          <a:ln>
            <a:noFill/>
          </a:ln>
        </p:spPr>
      </p:pic>
      <p:sp>
        <p:nvSpPr>
          <p:cNvPr id="27" name="Google Shape;138;p15">
            <a:extLst>
              <a:ext uri="{FF2B5EF4-FFF2-40B4-BE49-F238E27FC236}">
                <a16:creationId xmlns:a16="http://schemas.microsoft.com/office/drawing/2014/main" id="{1841F059-99CE-E489-CC34-49E7CB39283C}"/>
              </a:ext>
            </a:extLst>
          </p:cNvPr>
          <p:cNvSpPr txBox="1"/>
          <p:nvPr/>
        </p:nvSpPr>
        <p:spPr>
          <a:xfrm>
            <a:off x="7453461" y="4374802"/>
            <a:ext cx="1314450" cy="3693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dirty="0" err="1">
                <a:solidFill>
                  <a:srgbClr val="475569"/>
                </a:solidFill>
                <a:latin typeface="+mj-lt"/>
                <a:ea typeface="Inter"/>
                <a:cs typeface="Inter"/>
                <a:sym typeface="Inter"/>
              </a:rPr>
              <a:t>Lệnh</a:t>
            </a:r>
            <a:r>
              <a:rPr lang="en-US" sz="1200" b="0" i="0" u="none" strike="noStrike" cap="none" dirty="0">
                <a:solidFill>
                  <a:srgbClr val="475569"/>
                </a:solidFill>
                <a:latin typeface="+mj-lt"/>
                <a:ea typeface="Inter"/>
                <a:cs typeface="Inter"/>
                <a:sym typeface="Inter"/>
              </a:rPr>
              <a:t> </a:t>
            </a:r>
            <a:r>
              <a:rPr lang="en-US" sz="1200" b="0" i="0" u="none" strike="noStrike" cap="none" dirty="0" err="1">
                <a:solidFill>
                  <a:srgbClr val="475569"/>
                </a:solidFill>
                <a:latin typeface="+mj-lt"/>
                <a:ea typeface="Inter"/>
                <a:cs typeface="Inter"/>
                <a:sym typeface="Inter"/>
              </a:rPr>
              <a:t>và</a:t>
            </a:r>
            <a:r>
              <a:rPr lang="en-US" sz="1200" b="0" i="0" u="none" strike="noStrike" cap="none" dirty="0">
                <a:solidFill>
                  <a:srgbClr val="475569"/>
                </a:solidFill>
                <a:latin typeface="+mj-lt"/>
                <a:ea typeface="Inter"/>
                <a:cs typeface="Inter"/>
                <a:sym typeface="Inter"/>
              </a:rPr>
              <a:t> </a:t>
            </a:r>
            <a:r>
              <a:rPr lang="en-US" sz="1200" b="0" i="0" u="none" strike="noStrike" cap="none" dirty="0" err="1">
                <a:solidFill>
                  <a:srgbClr val="475569"/>
                </a:solidFill>
                <a:latin typeface="+mj-lt"/>
                <a:ea typeface="Inter"/>
                <a:cs typeface="Inter"/>
                <a:sym typeface="Inter"/>
              </a:rPr>
              <a:t>Truy</a:t>
            </a:r>
            <a:r>
              <a:rPr lang="en-US" sz="1200" b="0" i="0" u="none" strike="noStrike" cap="none" dirty="0">
                <a:solidFill>
                  <a:srgbClr val="475569"/>
                </a:solidFill>
                <a:latin typeface="+mj-lt"/>
                <a:ea typeface="Inter"/>
                <a:cs typeface="Inter"/>
                <a:sym typeface="Inter"/>
              </a:rPr>
              <a:t> </a:t>
            </a:r>
            <a:r>
              <a:rPr lang="en-US" sz="1200" b="0" i="0" u="none" strike="noStrike" cap="none" dirty="0" err="1">
                <a:solidFill>
                  <a:srgbClr val="475569"/>
                </a:solidFill>
                <a:latin typeface="+mj-lt"/>
                <a:ea typeface="Inter"/>
                <a:cs typeface="Inter"/>
                <a:sym typeface="Inter"/>
              </a:rPr>
              <a:t>vấn</a:t>
            </a:r>
            <a:r>
              <a:rPr lang="en-US" sz="1200" b="0" i="0" u="none" strike="noStrike" cap="none" dirty="0">
                <a:solidFill>
                  <a:srgbClr val="475569"/>
                </a:solidFill>
                <a:latin typeface="+mj-lt"/>
                <a:ea typeface="Inter"/>
                <a:cs typeface="Inter"/>
                <a:sym typeface="Inter"/>
              </a:rPr>
              <a:t> </a:t>
            </a:r>
            <a:r>
              <a:rPr lang="en-US" sz="1200" b="0" i="0" u="none" strike="noStrike" cap="none" dirty="0" err="1">
                <a:solidFill>
                  <a:srgbClr val="475569"/>
                </a:solidFill>
                <a:latin typeface="+mj-lt"/>
                <a:ea typeface="Inter"/>
                <a:cs typeface="Inter"/>
                <a:sym typeface="Inter"/>
              </a:rPr>
              <a:t>dữ</a:t>
            </a:r>
            <a:r>
              <a:rPr lang="en-US" sz="1200" b="0" i="0" u="none" strike="noStrike" cap="none" dirty="0">
                <a:solidFill>
                  <a:srgbClr val="475569"/>
                </a:solidFill>
                <a:latin typeface="+mj-lt"/>
                <a:ea typeface="Inter"/>
                <a:cs typeface="Inter"/>
                <a:sym typeface="Inter"/>
              </a:rPr>
              <a:t> </a:t>
            </a:r>
            <a:r>
              <a:rPr lang="en-US" sz="1200" b="0" i="0" u="none" strike="noStrike" cap="none" dirty="0" err="1">
                <a:solidFill>
                  <a:srgbClr val="475569"/>
                </a:solidFill>
                <a:latin typeface="+mj-lt"/>
                <a:ea typeface="Inter"/>
                <a:cs typeface="Inter"/>
                <a:sym typeface="Inter"/>
              </a:rPr>
              <a:t>liệu</a:t>
            </a:r>
            <a:endParaRPr sz="1200" dirty="0">
              <a:latin typeface="+mj-lt"/>
            </a:endParaRPr>
          </a:p>
        </p:txBody>
      </p:sp>
      <p:sp>
        <p:nvSpPr>
          <p:cNvPr id="29" name="Google Shape;139;p15">
            <a:extLst>
              <a:ext uri="{FF2B5EF4-FFF2-40B4-BE49-F238E27FC236}">
                <a16:creationId xmlns:a16="http://schemas.microsoft.com/office/drawing/2014/main" id="{42D795F1-C7B3-9967-7209-0669264A80F8}"/>
              </a:ext>
            </a:extLst>
          </p:cNvPr>
          <p:cNvSpPr txBox="1"/>
          <p:nvPr/>
        </p:nvSpPr>
        <p:spPr>
          <a:xfrm>
            <a:off x="9082236" y="3777275"/>
            <a:ext cx="2415858" cy="4616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0" i="0" u="none" strike="noStrike" cap="none" dirty="0" err="1">
                <a:solidFill>
                  <a:srgbClr val="06B6D4"/>
                </a:solidFill>
                <a:latin typeface="+mj-lt"/>
                <a:ea typeface="Poppins SemiBold"/>
                <a:cs typeface="Poppins SemiBold"/>
                <a:sym typeface="Poppins SemiBold"/>
              </a:rPr>
              <a:t>Thực</a:t>
            </a:r>
            <a:r>
              <a:rPr lang="en-US" sz="1500" b="0" i="0" u="none" strike="noStrike" cap="none" dirty="0">
                <a:solidFill>
                  <a:srgbClr val="06B6D4"/>
                </a:solidFill>
                <a:latin typeface="+mj-lt"/>
                <a:ea typeface="Poppins SemiBold"/>
                <a:cs typeface="Poppins SemiBold"/>
                <a:sym typeface="Poppins SemiBold"/>
              </a:rPr>
              <a:t> </a:t>
            </a:r>
            <a:r>
              <a:rPr lang="en-US" sz="1500" b="0" i="0" u="none" strike="noStrike" cap="none" dirty="0" err="1">
                <a:solidFill>
                  <a:srgbClr val="06B6D4"/>
                </a:solidFill>
                <a:latin typeface="+mj-lt"/>
                <a:ea typeface="Poppins SemiBold"/>
                <a:cs typeface="Poppins SemiBold"/>
                <a:sym typeface="Poppins SemiBold"/>
              </a:rPr>
              <a:t>thi</a:t>
            </a:r>
            <a:r>
              <a:rPr lang="en-US" sz="1500" b="0" i="0" u="none" strike="noStrike" cap="none" dirty="0">
                <a:solidFill>
                  <a:srgbClr val="06B6D4"/>
                </a:solidFill>
                <a:latin typeface="+mj-lt"/>
                <a:ea typeface="Poppins SemiBold"/>
                <a:cs typeface="Poppins SemiBold"/>
                <a:sym typeface="Poppins SemiBold"/>
              </a:rPr>
              <a:t> (MODEL &amp; SERVICES)</a:t>
            </a:r>
            <a:endParaRPr sz="1500" dirty="0">
              <a:latin typeface="+mj-lt"/>
            </a:endParaRPr>
          </a:p>
        </p:txBody>
      </p:sp>
      <p:sp>
        <p:nvSpPr>
          <p:cNvPr id="31" name="Google Shape;140;p15">
            <a:extLst>
              <a:ext uri="{FF2B5EF4-FFF2-40B4-BE49-F238E27FC236}">
                <a16:creationId xmlns:a16="http://schemas.microsoft.com/office/drawing/2014/main" id="{DC752244-8CF0-AC24-52BF-BA81F9D5B1BE}"/>
              </a:ext>
            </a:extLst>
          </p:cNvPr>
          <p:cNvSpPr txBox="1"/>
          <p:nvPr/>
        </p:nvSpPr>
        <p:spPr>
          <a:xfrm>
            <a:off x="9182958" y="4282469"/>
            <a:ext cx="2214413" cy="92333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dirty="0">
                <a:solidFill>
                  <a:srgbClr val="06B6D4"/>
                </a:solidFill>
                <a:latin typeface="+mj-lt"/>
                <a:ea typeface="Inter"/>
                <a:cs typeface="Inter"/>
                <a:sym typeface="Inter"/>
              </a:rPr>
              <a:t>C++ Core Services</a:t>
            </a:r>
            <a:br>
              <a:rPr lang="en-US" sz="1200" b="0" i="0" u="none" strike="noStrike" cap="none" dirty="0">
                <a:solidFill>
                  <a:schemeClr val="dk1"/>
                </a:solidFill>
                <a:latin typeface="+mj-lt"/>
                <a:ea typeface="Calibri"/>
                <a:cs typeface="Calibri"/>
                <a:sym typeface="Calibri"/>
              </a:rPr>
            </a:br>
            <a:r>
              <a:rPr lang="en-US" sz="1200" b="0" i="0" u="none" strike="noStrike" cap="none" dirty="0">
                <a:solidFill>
                  <a:schemeClr val="bg1"/>
                </a:solidFill>
                <a:latin typeface="+mj-lt"/>
                <a:ea typeface="Inter"/>
                <a:cs typeface="Inter"/>
                <a:sym typeface="Inter"/>
              </a:rPr>
              <a:t> • </a:t>
            </a:r>
            <a:r>
              <a:rPr lang="en-US" sz="1200" b="0" i="0" u="none" strike="noStrike" cap="none" dirty="0" err="1">
                <a:solidFill>
                  <a:schemeClr val="bg1"/>
                </a:solidFill>
                <a:latin typeface="+mj-lt"/>
                <a:ea typeface="Inter"/>
                <a:cs typeface="Inter"/>
                <a:sym typeface="Inter"/>
              </a:rPr>
              <a:t>Lõi</a:t>
            </a:r>
            <a:r>
              <a:rPr lang="en-US" sz="1200" b="0" i="0" u="none" strike="noStrike" cap="none" dirty="0">
                <a:solidFill>
                  <a:schemeClr val="bg1"/>
                </a:solidFill>
                <a:latin typeface="+mj-lt"/>
                <a:ea typeface="Inter"/>
                <a:cs typeface="Inter"/>
                <a:sym typeface="Inter"/>
              </a:rPr>
              <a:t> </a:t>
            </a:r>
            <a:r>
              <a:rPr lang="en-US" sz="1200" b="0" i="0" u="none" strike="noStrike" cap="none" dirty="0" err="1">
                <a:solidFill>
                  <a:schemeClr val="bg1"/>
                </a:solidFill>
                <a:latin typeface="+mj-lt"/>
                <a:ea typeface="Inter"/>
                <a:cs typeface="Inter"/>
                <a:sym typeface="Inter"/>
              </a:rPr>
              <a:t>giao</a:t>
            </a:r>
            <a:r>
              <a:rPr lang="en-US" sz="1200" b="0" i="0" u="none" strike="noStrike" cap="none" dirty="0">
                <a:solidFill>
                  <a:schemeClr val="bg1"/>
                </a:solidFill>
                <a:latin typeface="+mj-lt"/>
                <a:ea typeface="Inter"/>
                <a:cs typeface="Inter"/>
                <a:sym typeface="Inter"/>
              </a:rPr>
              <a:t> </a:t>
            </a:r>
            <a:r>
              <a:rPr lang="en-US" sz="1200" b="0" i="0" u="none" strike="noStrike" cap="none" dirty="0" err="1">
                <a:solidFill>
                  <a:schemeClr val="bg1"/>
                </a:solidFill>
                <a:latin typeface="+mj-lt"/>
                <a:ea typeface="Inter"/>
                <a:cs typeface="Inter"/>
                <a:sym typeface="Inter"/>
              </a:rPr>
              <a:t>tiếp</a:t>
            </a:r>
            <a:r>
              <a:rPr lang="en-US" sz="1200" b="0" i="0" u="none" strike="noStrike" cap="none" dirty="0">
                <a:solidFill>
                  <a:schemeClr val="bg1"/>
                </a:solidFill>
                <a:latin typeface="+mj-lt"/>
                <a:ea typeface="Inter"/>
                <a:cs typeface="Inter"/>
                <a:sym typeface="Inter"/>
              </a:rPr>
              <a:t> </a:t>
            </a:r>
            <a:r>
              <a:rPr lang="en-US" sz="1200" b="0" i="0" u="none" strike="noStrike" cap="none" dirty="0" err="1">
                <a:solidFill>
                  <a:schemeClr val="bg1"/>
                </a:solidFill>
                <a:latin typeface="+mj-lt"/>
                <a:ea typeface="Inter"/>
                <a:cs typeface="Inter"/>
                <a:sym typeface="Inter"/>
              </a:rPr>
              <a:t>mạng</a:t>
            </a:r>
            <a:r>
              <a:rPr lang="en-US" sz="1200" b="0" i="0" u="none" strike="noStrike" cap="none" dirty="0">
                <a:solidFill>
                  <a:schemeClr val="bg1"/>
                </a:solidFill>
                <a:latin typeface="+mj-lt"/>
                <a:ea typeface="Inter"/>
                <a:cs typeface="Inter"/>
                <a:sym typeface="Inter"/>
              </a:rPr>
              <a:t> ROS 2</a:t>
            </a:r>
            <a:br>
              <a:rPr lang="en-US" sz="1200" b="0" i="0" u="none" strike="noStrike" cap="none" dirty="0">
                <a:solidFill>
                  <a:schemeClr val="bg1"/>
                </a:solidFill>
                <a:latin typeface="+mj-lt"/>
                <a:ea typeface="Calibri"/>
                <a:cs typeface="Calibri"/>
                <a:sym typeface="Calibri"/>
              </a:rPr>
            </a:br>
            <a:r>
              <a:rPr lang="en-US" sz="1200" b="0" i="0" u="none" strike="noStrike" cap="none" dirty="0">
                <a:solidFill>
                  <a:schemeClr val="bg1"/>
                </a:solidFill>
                <a:latin typeface="+mj-lt"/>
                <a:ea typeface="Inter"/>
                <a:cs typeface="Inter"/>
                <a:sym typeface="Inter"/>
              </a:rPr>
              <a:t> • </a:t>
            </a:r>
            <a:r>
              <a:rPr lang="en-US" sz="1200" b="0" i="0" u="none" strike="noStrike" cap="none" dirty="0" err="1">
                <a:solidFill>
                  <a:schemeClr val="bg1"/>
                </a:solidFill>
                <a:latin typeface="+mj-lt"/>
                <a:ea typeface="Inter"/>
                <a:cs typeface="Inter"/>
                <a:sym typeface="Inter"/>
              </a:rPr>
              <a:t>Ollama</a:t>
            </a:r>
            <a:r>
              <a:rPr lang="en-US" sz="1200" b="0" i="0" u="none" strike="noStrike" cap="none" dirty="0">
                <a:solidFill>
                  <a:schemeClr val="bg1"/>
                </a:solidFill>
                <a:latin typeface="+mj-lt"/>
                <a:ea typeface="Inter"/>
                <a:cs typeface="Inter"/>
                <a:sym typeface="Inter"/>
              </a:rPr>
              <a:t> Edge AI Chatbot</a:t>
            </a:r>
            <a:br>
              <a:rPr lang="en-US" sz="1200" b="0" i="0" u="none" strike="noStrike" cap="none" dirty="0">
                <a:solidFill>
                  <a:schemeClr val="bg1"/>
                </a:solidFill>
                <a:latin typeface="+mj-lt"/>
                <a:ea typeface="Calibri"/>
                <a:cs typeface="Calibri"/>
                <a:sym typeface="Calibri"/>
              </a:rPr>
            </a:br>
            <a:r>
              <a:rPr lang="en-US" sz="1200" b="0" i="0" u="none" strike="noStrike" cap="none" dirty="0">
                <a:solidFill>
                  <a:schemeClr val="bg1"/>
                </a:solidFill>
                <a:latin typeface="+mj-lt"/>
                <a:ea typeface="Inter"/>
                <a:cs typeface="Inter"/>
                <a:sym typeface="Inter"/>
              </a:rPr>
              <a:t> • Quản </a:t>
            </a:r>
            <a:r>
              <a:rPr lang="en-US" sz="1200" b="0" i="0" u="none" strike="noStrike" cap="none" dirty="0" err="1">
                <a:solidFill>
                  <a:schemeClr val="bg1"/>
                </a:solidFill>
                <a:latin typeface="+mj-lt"/>
                <a:ea typeface="Inter"/>
                <a:cs typeface="Inter"/>
                <a:sym typeface="Inter"/>
              </a:rPr>
              <a:t>trị</a:t>
            </a:r>
            <a:r>
              <a:rPr lang="en-US" sz="1200" b="0" i="0" u="none" strike="noStrike" cap="none" dirty="0">
                <a:solidFill>
                  <a:schemeClr val="bg1"/>
                </a:solidFill>
                <a:latin typeface="+mj-lt"/>
                <a:ea typeface="Inter"/>
                <a:cs typeface="Inter"/>
                <a:sym typeface="Inter"/>
              </a:rPr>
              <a:t> </a:t>
            </a:r>
            <a:r>
              <a:rPr lang="en-US" sz="1200" b="0" i="0" u="none" strike="noStrike" cap="none" dirty="0" err="1">
                <a:solidFill>
                  <a:schemeClr val="bg1"/>
                </a:solidFill>
                <a:latin typeface="+mj-lt"/>
                <a:ea typeface="Inter"/>
                <a:cs typeface="Inter"/>
                <a:sym typeface="Inter"/>
              </a:rPr>
              <a:t>hệ</a:t>
            </a:r>
            <a:r>
              <a:rPr lang="en-US" sz="1200" b="0" i="0" u="none" strike="noStrike" cap="none" dirty="0">
                <a:solidFill>
                  <a:schemeClr val="bg1"/>
                </a:solidFill>
                <a:latin typeface="+mj-lt"/>
                <a:ea typeface="Inter"/>
                <a:cs typeface="Inter"/>
                <a:sym typeface="Inter"/>
              </a:rPr>
              <a:t> </a:t>
            </a:r>
            <a:r>
              <a:rPr lang="en-US" sz="1200" b="0" i="0" u="none" strike="noStrike" cap="none" dirty="0" err="1">
                <a:solidFill>
                  <a:schemeClr val="bg1"/>
                </a:solidFill>
                <a:latin typeface="+mj-lt"/>
                <a:ea typeface="Inter"/>
                <a:cs typeface="Inter"/>
                <a:sym typeface="Inter"/>
              </a:rPr>
              <a:t>thống</a:t>
            </a:r>
            <a:r>
              <a:rPr lang="en-US" sz="1200" b="0" i="0" u="none" strike="noStrike" cap="none" dirty="0">
                <a:solidFill>
                  <a:schemeClr val="bg1"/>
                </a:solidFill>
                <a:latin typeface="+mj-lt"/>
                <a:ea typeface="Inter"/>
                <a:cs typeface="Inter"/>
                <a:sym typeface="Inter"/>
              </a:rPr>
              <a:t> qua D-Bus &amp; Linux Kernel (/proc)</a:t>
            </a:r>
            <a:endParaRPr sz="1200" dirty="0">
              <a:solidFill>
                <a:schemeClr val="bg1"/>
              </a:solidFill>
              <a:latin typeface="+mj-lt"/>
            </a:endParaRPr>
          </a:p>
        </p:txBody>
      </p:sp>
      <p:pic>
        <p:nvPicPr>
          <p:cNvPr id="33" name="Google Shape;141;p15" descr="image.png">
            <a:extLst>
              <a:ext uri="{FF2B5EF4-FFF2-40B4-BE49-F238E27FC236}">
                <a16:creationId xmlns:a16="http://schemas.microsoft.com/office/drawing/2014/main" id="{A0C7A69B-B243-E66A-E432-3A710519A426}"/>
              </a:ext>
            </a:extLst>
          </p:cNvPr>
          <p:cNvPicPr preferRelativeResize="0"/>
          <p:nvPr/>
        </p:nvPicPr>
        <p:blipFill rotWithShape="1">
          <a:blip r:embed="rId7">
            <a:alphaModFix/>
          </a:blip>
          <a:srcRect/>
          <a:stretch/>
        </p:blipFill>
        <p:spPr>
          <a:xfrm>
            <a:off x="1505098" y="3365450"/>
            <a:ext cx="390525" cy="342900"/>
          </a:xfrm>
          <a:prstGeom prst="rect">
            <a:avLst/>
          </a:prstGeom>
          <a:noFill/>
          <a:ln>
            <a:noFill/>
          </a:ln>
        </p:spPr>
      </p:pic>
      <p:pic>
        <p:nvPicPr>
          <p:cNvPr id="35" name="Google Shape;142;p15" descr="image.png">
            <a:extLst>
              <a:ext uri="{FF2B5EF4-FFF2-40B4-BE49-F238E27FC236}">
                <a16:creationId xmlns:a16="http://schemas.microsoft.com/office/drawing/2014/main" id="{7DF1957E-599B-DCAF-4DBA-3BCF0A69D929}"/>
              </a:ext>
            </a:extLst>
          </p:cNvPr>
          <p:cNvPicPr preferRelativeResize="0"/>
          <p:nvPr/>
        </p:nvPicPr>
        <p:blipFill rotWithShape="1">
          <a:blip r:embed="rId8">
            <a:alphaModFix/>
          </a:blip>
          <a:srcRect/>
          <a:stretch/>
        </p:blipFill>
        <p:spPr>
          <a:xfrm>
            <a:off x="5741491" y="3365450"/>
            <a:ext cx="428625" cy="342900"/>
          </a:xfrm>
          <a:prstGeom prst="rect">
            <a:avLst/>
          </a:prstGeom>
          <a:noFill/>
          <a:ln>
            <a:noFill/>
          </a:ln>
        </p:spPr>
      </p:pic>
      <p:pic>
        <p:nvPicPr>
          <p:cNvPr id="37" name="Google Shape;143;p15" descr="image.png">
            <a:extLst>
              <a:ext uri="{FF2B5EF4-FFF2-40B4-BE49-F238E27FC236}">
                <a16:creationId xmlns:a16="http://schemas.microsoft.com/office/drawing/2014/main" id="{1D9E012F-07B3-CDCD-8B0E-7757EAEAB6EE}"/>
              </a:ext>
            </a:extLst>
          </p:cNvPr>
          <p:cNvPicPr preferRelativeResize="0"/>
          <p:nvPr/>
        </p:nvPicPr>
        <p:blipFill rotWithShape="1">
          <a:blip r:embed="rId9">
            <a:alphaModFix/>
          </a:blip>
          <a:srcRect/>
          <a:stretch/>
        </p:blipFill>
        <p:spPr>
          <a:xfrm>
            <a:off x="10094118" y="3365450"/>
            <a:ext cx="342900" cy="342900"/>
          </a:xfrm>
          <a:prstGeom prst="rect">
            <a:avLst/>
          </a:prstGeom>
          <a:noFill/>
          <a:ln>
            <a:noFill/>
          </a:ln>
        </p:spPr>
      </p:pic>
    </p:spTree>
    <p:extLst>
      <p:ext uri="{BB962C8B-B14F-4D97-AF65-F5344CB8AC3E}">
        <p14:creationId xmlns:p14="http://schemas.microsoft.com/office/powerpoint/2010/main" val="5833632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EF631-F398-65B4-7A96-18FD9678E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D1F0E7-B212-ECBE-3839-45B145797DD7}"/>
              </a:ext>
            </a:extLst>
          </p:cNvPr>
          <p:cNvSpPr>
            <a:spLocks noGrp="1"/>
          </p:cNvSpPr>
          <p:nvPr>
            <p:ph type="title"/>
          </p:nvPr>
        </p:nvSpPr>
        <p:spPr/>
        <p:txBody>
          <a:bodyPr>
            <a:normAutofit/>
          </a:bodyPr>
          <a:lstStyle/>
          <a:p>
            <a:r>
              <a:rPr lang="en-VN" dirty="0"/>
              <a:t>2.</a:t>
            </a:r>
            <a:r>
              <a:rPr lang="en-US" dirty="0"/>
              <a:t>2</a:t>
            </a:r>
            <a:r>
              <a:rPr lang="en-VN" dirty="0"/>
              <a:t> </a:t>
            </a:r>
            <a:r>
              <a:rPr lang="en-US" dirty="0" err="1"/>
              <a:t>Kiến</a:t>
            </a:r>
            <a:r>
              <a:rPr lang="en-US" dirty="0"/>
              <a:t> </a:t>
            </a:r>
            <a:r>
              <a:rPr lang="en-US" dirty="0" err="1"/>
              <a:t>trúc</a:t>
            </a:r>
            <a:r>
              <a:rPr lang="en-US" dirty="0"/>
              <a:t> </a:t>
            </a:r>
            <a:r>
              <a:rPr lang="en-US" dirty="0" err="1"/>
              <a:t>đa</a:t>
            </a:r>
            <a:r>
              <a:rPr lang="en-US" dirty="0"/>
              <a:t> </a:t>
            </a:r>
            <a:r>
              <a:rPr lang="en-US" dirty="0" err="1"/>
              <a:t>luồng</a:t>
            </a:r>
            <a:r>
              <a:rPr lang="en-US" dirty="0"/>
              <a:t> (Thread isolation)</a:t>
            </a:r>
            <a:endParaRPr lang="en-VN" dirty="0"/>
          </a:p>
        </p:txBody>
      </p:sp>
      <p:sp>
        <p:nvSpPr>
          <p:cNvPr id="4" name="Footer Placeholder 3">
            <a:extLst>
              <a:ext uri="{FF2B5EF4-FFF2-40B4-BE49-F238E27FC236}">
                <a16:creationId xmlns:a16="http://schemas.microsoft.com/office/drawing/2014/main" id="{257744DB-8C31-9A27-AA91-CF3300651803}"/>
              </a:ext>
            </a:extLst>
          </p:cNvPr>
          <p:cNvSpPr>
            <a:spLocks noGrp="1"/>
          </p:cNvSpPr>
          <p:nvPr>
            <p:ph type="ftr" sz="quarter" idx="11"/>
          </p:nvPr>
        </p:nvSpPr>
        <p:spPr/>
        <p:txBody>
          <a:bodyPr/>
          <a:lstStyle/>
          <a:p>
            <a:r>
              <a:rPr lang="en-US"/>
              <a:t>Copyrights 2024 CE-UIT. All Rights Reserved.</a:t>
            </a:r>
            <a:endParaRPr lang="en-US" dirty="0"/>
          </a:p>
        </p:txBody>
      </p:sp>
      <p:sp>
        <p:nvSpPr>
          <p:cNvPr id="5" name="Slide Number Placeholder 4">
            <a:extLst>
              <a:ext uri="{FF2B5EF4-FFF2-40B4-BE49-F238E27FC236}">
                <a16:creationId xmlns:a16="http://schemas.microsoft.com/office/drawing/2014/main" id="{F6202B2B-C277-0197-45A5-ED01D1132F2B}"/>
              </a:ext>
            </a:extLst>
          </p:cNvPr>
          <p:cNvSpPr>
            <a:spLocks noGrp="1"/>
          </p:cNvSpPr>
          <p:nvPr>
            <p:ph type="sldNum" sz="quarter" idx="12"/>
          </p:nvPr>
        </p:nvSpPr>
        <p:spPr/>
        <p:txBody>
          <a:bodyPr/>
          <a:lstStyle/>
          <a:p>
            <a:fld id="{48F63A3B-78C7-47BE-AE5E-E10140E04643}" type="slidenum">
              <a:rPr lang="en-US" smtClean="0"/>
              <a:pPr/>
              <a:t>7</a:t>
            </a:fld>
            <a:endParaRPr lang="en-US" dirty="0"/>
          </a:p>
        </p:txBody>
      </p:sp>
      <p:sp>
        <p:nvSpPr>
          <p:cNvPr id="9" name="Google Shape;158;p16">
            <a:extLst>
              <a:ext uri="{FF2B5EF4-FFF2-40B4-BE49-F238E27FC236}">
                <a16:creationId xmlns:a16="http://schemas.microsoft.com/office/drawing/2014/main" id="{88DC9340-E493-6CC4-EC99-932A67B56511}"/>
              </a:ext>
            </a:extLst>
          </p:cNvPr>
          <p:cNvSpPr txBox="1"/>
          <p:nvPr/>
        </p:nvSpPr>
        <p:spPr>
          <a:xfrm>
            <a:off x="571500" y="1891754"/>
            <a:ext cx="2521896"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1" i="0" u="none" strike="noStrike" cap="none" dirty="0" err="1">
                <a:solidFill>
                  <a:srgbClr val="10B981"/>
                </a:solidFill>
                <a:latin typeface="+mj-lt"/>
                <a:ea typeface="Poppins SemiBold"/>
                <a:cs typeface="Poppins SemiBold"/>
                <a:sym typeface="Poppins SemiBold"/>
              </a:rPr>
              <a:t>Vấn</a:t>
            </a:r>
            <a:r>
              <a:rPr lang="en-US" sz="2000" b="1" i="0" u="none" strike="noStrike" cap="none" dirty="0">
                <a:solidFill>
                  <a:srgbClr val="10B981"/>
                </a:solidFill>
                <a:latin typeface="+mj-lt"/>
                <a:ea typeface="Poppins SemiBold"/>
                <a:cs typeface="Poppins SemiBold"/>
                <a:sym typeface="Poppins SemiBold"/>
              </a:rPr>
              <a:t> </a:t>
            </a:r>
            <a:r>
              <a:rPr lang="en-US" sz="2000" b="1" i="0" u="none" strike="noStrike" cap="none" dirty="0" err="1">
                <a:solidFill>
                  <a:srgbClr val="10B981"/>
                </a:solidFill>
                <a:latin typeface="+mj-lt"/>
                <a:ea typeface="Poppins SemiBold"/>
                <a:cs typeface="Poppins SemiBold"/>
                <a:sym typeface="Poppins SemiBold"/>
              </a:rPr>
              <a:t>đề</a:t>
            </a:r>
            <a:r>
              <a:rPr lang="en-US" sz="2000" b="1" i="0" u="none" strike="noStrike" cap="none" dirty="0">
                <a:solidFill>
                  <a:srgbClr val="10B981"/>
                </a:solidFill>
                <a:latin typeface="+mj-lt"/>
                <a:ea typeface="Poppins SemiBold"/>
                <a:cs typeface="Poppins SemiBold"/>
                <a:sym typeface="Poppins SemiBold"/>
              </a:rPr>
              <a:t> </a:t>
            </a:r>
            <a:r>
              <a:rPr lang="en-US" sz="2000" b="1" i="0" u="none" strike="noStrike" cap="none" dirty="0" err="1">
                <a:solidFill>
                  <a:srgbClr val="10B981"/>
                </a:solidFill>
                <a:latin typeface="+mj-lt"/>
                <a:ea typeface="Poppins SemiBold"/>
                <a:cs typeface="Poppins SemiBold"/>
                <a:sym typeface="Poppins SemiBold"/>
              </a:rPr>
              <a:t>cần</a:t>
            </a:r>
            <a:r>
              <a:rPr lang="en-US" sz="2000" b="1" i="0" u="none" strike="noStrike" cap="none" dirty="0">
                <a:solidFill>
                  <a:srgbClr val="10B981"/>
                </a:solidFill>
                <a:latin typeface="+mj-lt"/>
                <a:ea typeface="Poppins SemiBold"/>
                <a:cs typeface="Poppins SemiBold"/>
                <a:sym typeface="Poppins SemiBold"/>
              </a:rPr>
              <a:t> </a:t>
            </a:r>
            <a:r>
              <a:rPr lang="en-US" sz="2000" b="1" i="0" u="none" strike="noStrike" cap="none" dirty="0" err="1">
                <a:solidFill>
                  <a:srgbClr val="10B981"/>
                </a:solidFill>
                <a:latin typeface="+mj-lt"/>
                <a:ea typeface="Poppins SemiBold"/>
                <a:cs typeface="Poppins SemiBold"/>
                <a:sym typeface="Poppins SemiBold"/>
              </a:rPr>
              <a:t>giải</a:t>
            </a:r>
            <a:r>
              <a:rPr lang="en-US" sz="2000" b="1" i="0" u="none" strike="noStrike" cap="none" dirty="0">
                <a:solidFill>
                  <a:srgbClr val="10B981"/>
                </a:solidFill>
                <a:latin typeface="+mj-lt"/>
                <a:ea typeface="Poppins SemiBold"/>
                <a:cs typeface="Poppins SemiBold"/>
                <a:sym typeface="Poppins SemiBold"/>
              </a:rPr>
              <a:t> </a:t>
            </a:r>
            <a:r>
              <a:rPr lang="en-US" sz="2000" b="1" i="0" u="none" strike="noStrike" cap="none" dirty="0" err="1">
                <a:solidFill>
                  <a:srgbClr val="10B981"/>
                </a:solidFill>
                <a:latin typeface="+mj-lt"/>
                <a:ea typeface="Poppins SemiBold"/>
                <a:cs typeface="Poppins SemiBold"/>
                <a:sym typeface="Poppins SemiBold"/>
              </a:rPr>
              <a:t>quyết</a:t>
            </a:r>
            <a:endParaRPr sz="2000" b="1" dirty="0">
              <a:latin typeface="+mj-lt"/>
            </a:endParaRPr>
          </a:p>
        </p:txBody>
      </p:sp>
      <p:sp>
        <p:nvSpPr>
          <p:cNvPr id="11" name="TextBox 10">
            <a:extLst>
              <a:ext uri="{FF2B5EF4-FFF2-40B4-BE49-F238E27FC236}">
                <a16:creationId xmlns:a16="http://schemas.microsoft.com/office/drawing/2014/main" id="{1A35DB78-72D4-A3C8-B9C2-4B574DCF97AA}"/>
              </a:ext>
            </a:extLst>
          </p:cNvPr>
          <p:cNvSpPr txBox="1"/>
          <p:nvPr/>
        </p:nvSpPr>
        <p:spPr>
          <a:xfrm>
            <a:off x="493678" y="2254263"/>
            <a:ext cx="5984945" cy="784830"/>
          </a:xfrm>
          <a:prstGeom prst="rect">
            <a:avLst/>
          </a:prstGeom>
          <a:noFill/>
        </p:spPr>
        <p:txBody>
          <a:bodyPr wrap="square">
            <a:spAutoFit/>
          </a:bodyPr>
          <a:lstStyle/>
          <a:p>
            <a:pPr algn="just"/>
            <a:r>
              <a:rPr lang="en-US" sz="1500" dirty="0">
                <a:latin typeface="+mj-lt"/>
              </a:rPr>
              <a:t>Các </a:t>
            </a:r>
            <a:r>
              <a:rPr lang="en-US" sz="1500" dirty="0" err="1">
                <a:latin typeface="+mj-lt"/>
              </a:rPr>
              <a:t>gói</a:t>
            </a:r>
            <a:r>
              <a:rPr lang="en-US" sz="1500" dirty="0">
                <a:latin typeface="+mj-lt"/>
              </a:rPr>
              <a:t> tin </a:t>
            </a:r>
            <a:r>
              <a:rPr lang="en-US" sz="1500" dirty="0" err="1">
                <a:latin typeface="+mj-lt"/>
              </a:rPr>
              <a:t>bản</a:t>
            </a:r>
            <a:r>
              <a:rPr lang="en-US" sz="1500" dirty="0">
                <a:latin typeface="+mj-lt"/>
              </a:rPr>
              <a:t> </a:t>
            </a:r>
            <a:r>
              <a:rPr lang="en-US" sz="1500" dirty="0" err="1">
                <a:latin typeface="+mj-lt"/>
              </a:rPr>
              <a:t>đồ</a:t>
            </a:r>
            <a:r>
              <a:rPr lang="en-US" sz="1500" dirty="0">
                <a:latin typeface="+mj-lt"/>
              </a:rPr>
              <a:t> </a:t>
            </a:r>
            <a:r>
              <a:rPr lang="en-US" sz="1500" dirty="0" err="1">
                <a:latin typeface="+mj-lt"/>
              </a:rPr>
              <a:t>số</a:t>
            </a:r>
            <a:r>
              <a:rPr lang="en-US" sz="1500" dirty="0">
                <a:latin typeface="+mj-lt"/>
              </a:rPr>
              <a:t>, </a:t>
            </a:r>
            <a:r>
              <a:rPr lang="en-US" sz="1500" dirty="0" err="1">
                <a:latin typeface="+mj-lt"/>
              </a:rPr>
              <a:t>tọa</a:t>
            </a:r>
            <a:r>
              <a:rPr lang="en-US" sz="1500" dirty="0">
                <a:latin typeface="+mj-lt"/>
              </a:rPr>
              <a:t> </a:t>
            </a:r>
            <a:r>
              <a:rPr lang="en-US" sz="1500" dirty="0" err="1">
                <a:latin typeface="+mj-lt"/>
              </a:rPr>
              <a:t>độ</a:t>
            </a:r>
            <a:r>
              <a:rPr lang="en-US" sz="1500" dirty="0">
                <a:latin typeface="+mj-lt"/>
              </a:rPr>
              <a:t> </a:t>
            </a:r>
            <a:r>
              <a:rPr lang="en-US" sz="1500" dirty="0" err="1">
                <a:latin typeface="+mj-lt"/>
              </a:rPr>
              <a:t>định</a:t>
            </a:r>
            <a:r>
              <a:rPr lang="en-US" sz="1500" dirty="0">
                <a:latin typeface="+mj-lt"/>
              </a:rPr>
              <a:t> </a:t>
            </a:r>
            <a:r>
              <a:rPr lang="en-US" sz="1500" dirty="0" err="1">
                <a:latin typeface="+mj-lt"/>
              </a:rPr>
              <a:t>vị</a:t>
            </a:r>
            <a:r>
              <a:rPr lang="en-US" sz="1500" dirty="0">
                <a:latin typeface="+mj-lt"/>
              </a:rPr>
              <a:t> </a:t>
            </a:r>
            <a:r>
              <a:rPr lang="en-US" sz="1500" dirty="0" err="1">
                <a:latin typeface="+mj-lt"/>
              </a:rPr>
              <a:t>và</a:t>
            </a:r>
            <a:r>
              <a:rPr lang="en-US" sz="1500" dirty="0">
                <a:latin typeface="+mj-lt"/>
              </a:rPr>
              <a:t> </a:t>
            </a:r>
            <a:r>
              <a:rPr lang="en-US" sz="1500" dirty="0" err="1">
                <a:latin typeface="+mj-lt"/>
              </a:rPr>
              <a:t>trạng</a:t>
            </a:r>
            <a:r>
              <a:rPr lang="en-US" sz="1500" dirty="0">
                <a:latin typeface="+mj-lt"/>
              </a:rPr>
              <a:t> </a:t>
            </a:r>
            <a:r>
              <a:rPr lang="en-US" sz="1500" dirty="0" err="1">
                <a:latin typeface="+mj-lt"/>
              </a:rPr>
              <a:t>thái</a:t>
            </a:r>
            <a:r>
              <a:rPr lang="en-US" sz="1500" dirty="0">
                <a:latin typeface="+mj-lt"/>
              </a:rPr>
              <a:t> </a:t>
            </a:r>
            <a:r>
              <a:rPr lang="en-US" sz="1500" dirty="0" err="1">
                <a:latin typeface="+mj-lt"/>
              </a:rPr>
              <a:t>từ</a:t>
            </a:r>
            <a:r>
              <a:rPr lang="en-US" sz="1500" dirty="0">
                <a:latin typeface="+mj-lt"/>
              </a:rPr>
              <a:t> ROS 2 Stack </a:t>
            </a:r>
            <a:r>
              <a:rPr lang="en-US" sz="1500" dirty="0" err="1">
                <a:latin typeface="+mj-lt"/>
              </a:rPr>
              <a:t>được</a:t>
            </a:r>
            <a:r>
              <a:rPr lang="en-US" sz="1500" dirty="0">
                <a:latin typeface="+mj-lt"/>
              </a:rPr>
              <a:t> </a:t>
            </a:r>
            <a:r>
              <a:rPr lang="en-US" sz="1500" dirty="0" err="1">
                <a:latin typeface="+mj-lt"/>
              </a:rPr>
              <a:t>đẩy</a:t>
            </a:r>
            <a:r>
              <a:rPr lang="en-US" sz="1500" dirty="0">
                <a:latin typeface="+mj-lt"/>
              </a:rPr>
              <a:t> </a:t>
            </a:r>
            <a:r>
              <a:rPr lang="en-US" sz="1500" dirty="0" err="1">
                <a:latin typeface="+mj-lt"/>
              </a:rPr>
              <a:t>lên</a:t>
            </a:r>
            <a:r>
              <a:rPr lang="en-US" sz="1500" dirty="0">
                <a:latin typeface="+mj-lt"/>
              </a:rPr>
              <a:t> </a:t>
            </a:r>
            <a:r>
              <a:rPr lang="en-US" sz="1500" dirty="0" err="1">
                <a:latin typeface="+mj-lt"/>
              </a:rPr>
              <a:t>liên</a:t>
            </a:r>
            <a:r>
              <a:rPr lang="en-US" sz="1500" dirty="0">
                <a:latin typeface="+mj-lt"/>
              </a:rPr>
              <a:t> </a:t>
            </a:r>
            <a:r>
              <a:rPr lang="en-US" sz="1500" dirty="0" err="1">
                <a:latin typeface="+mj-lt"/>
              </a:rPr>
              <a:t>tục</a:t>
            </a:r>
            <a:r>
              <a:rPr lang="en-US" sz="1500" dirty="0">
                <a:latin typeface="+mj-lt"/>
              </a:rPr>
              <a:t> </a:t>
            </a:r>
            <a:r>
              <a:rPr lang="en-US" sz="1500" dirty="0" err="1">
                <a:latin typeface="+mj-lt"/>
              </a:rPr>
              <a:t>với</a:t>
            </a:r>
            <a:r>
              <a:rPr lang="en-US" sz="1500" dirty="0">
                <a:latin typeface="+mj-lt"/>
              </a:rPr>
              <a:t> </a:t>
            </a:r>
            <a:r>
              <a:rPr lang="en-US" sz="1500" dirty="0" err="1">
                <a:latin typeface="+mj-lt"/>
              </a:rPr>
              <a:t>băng</a:t>
            </a:r>
            <a:r>
              <a:rPr lang="en-US" sz="1500" dirty="0">
                <a:latin typeface="+mj-lt"/>
              </a:rPr>
              <a:t> </a:t>
            </a:r>
            <a:r>
              <a:rPr lang="en-US" sz="1500" dirty="0" err="1">
                <a:latin typeface="+mj-lt"/>
              </a:rPr>
              <a:t>thông</a:t>
            </a:r>
            <a:r>
              <a:rPr lang="en-US" sz="1500" dirty="0">
                <a:latin typeface="+mj-lt"/>
              </a:rPr>
              <a:t> </a:t>
            </a:r>
            <a:r>
              <a:rPr lang="en-US" sz="1500" dirty="0" err="1">
                <a:latin typeface="+mj-lt"/>
              </a:rPr>
              <a:t>lớn</a:t>
            </a:r>
            <a:r>
              <a:rPr lang="en-US" sz="1500" dirty="0">
                <a:latin typeface="+mj-lt"/>
              </a:rPr>
              <a:t>. </a:t>
            </a:r>
            <a:r>
              <a:rPr lang="en-US" sz="1500" dirty="0" err="1">
                <a:latin typeface="+mj-lt"/>
              </a:rPr>
              <a:t>Nếu</a:t>
            </a:r>
            <a:r>
              <a:rPr lang="en-US" sz="1500" dirty="0">
                <a:latin typeface="+mj-lt"/>
              </a:rPr>
              <a:t> </a:t>
            </a:r>
            <a:r>
              <a:rPr lang="en-US" sz="1500" dirty="0" err="1">
                <a:latin typeface="+mj-lt"/>
              </a:rPr>
              <a:t>xử</a:t>
            </a:r>
            <a:r>
              <a:rPr lang="en-US" sz="1500" dirty="0">
                <a:latin typeface="+mj-lt"/>
              </a:rPr>
              <a:t> </a:t>
            </a:r>
            <a:r>
              <a:rPr lang="en-US" sz="1500" dirty="0" err="1">
                <a:latin typeface="+mj-lt"/>
              </a:rPr>
              <a:t>lý</a:t>
            </a:r>
            <a:r>
              <a:rPr lang="en-US" sz="1500" dirty="0">
                <a:latin typeface="+mj-lt"/>
              </a:rPr>
              <a:t> </a:t>
            </a:r>
            <a:r>
              <a:rPr lang="en-US" sz="1500" dirty="0" err="1">
                <a:latin typeface="+mj-lt"/>
              </a:rPr>
              <a:t>trực</a:t>
            </a:r>
            <a:r>
              <a:rPr lang="en-US" sz="1500" dirty="0">
                <a:latin typeface="+mj-lt"/>
              </a:rPr>
              <a:t> </a:t>
            </a:r>
            <a:r>
              <a:rPr lang="en-US" sz="1500" dirty="0" err="1">
                <a:latin typeface="+mj-lt"/>
              </a:rPr>
              <a:t>tiếp</a:t>
            </a:r>
            <a:r>
              <a:rPr lang="en-US" sz="1500" dirty="0">
                <a:latin typeface="+mj-lt"/>
              </a:rPr>
              <a:t> </a:t>
            </a:r>
            <a:r>
              <a:rPr lang="en-US" sz="1500" dirty="0" err="1">
                <a:latin typeface="+mj-lt"/>
              </a:rPr>
              <a:t>trên</a:t>
            </a:r>
            <a:r>
              <a:rPr lang="en-US" sz="1500" dirty="0">
                <a:latin typeface="+mj-lt"/>
              </a:rPr>
              <a:t> </a:t>
            </a:r>
            <a:r>
              <a:rPr lang="en-US" sz="1500" dirty="0" err="1">
                <a:latin typeface="+mj-lt"/>
              </a:rPr>
              <a:t>luồng</a:t>
            </a:r>
            <a:r>
              <a:rPr lang="en-US" sz="1500" dirty="0">
                <a:latin typeface="+mj-lt"/>
              </a:rPr>
              <a:t> </a:t>
            </a:r>
            <a:r>
              <a:rPr lang="en-US" sz="1500" dirty="0" err="1">
                <a:latin typeface="+mj-lt"/>
              </a:rPr>
              <a:t>giao</a:t>
            </a:r>
            <a:r>
              <a:rPr lang="en-US" sz="1500" dirty="0">
                <a:latin typeface="+mj-lt"/>
              </a:rPr>
              <a:t> </a:t>
            </a:r>
            <a:r>
              <a:rPr lang="en-US" sz="1500" dirty="0" err="1">
                <a:latin typeface="+mj-lt"/>
              </a:rPr>
              <a:t>diện</a:t>
            </a:r>
            <a:r>
              <a:rPr lang="en-US" sz="1500" dirty="0">
                <a:latin typeface="+mj-lt"/>
              </a:rPr>
              <a:t> </a:t>
            </a:r>
            <a:r>
              <a:rPr lang="en-US" sz="1500" dirty="0" err="1">
                <a:latin typeface="+mj-lt"/>
              </a:rPr>
              <a:t>chính</a:t>
            </a:r>
            <a:r>
              <a:rPr lang="en-US" sz="1500" dirty="0">
                <a:latin typeface="+mj-lt"/>
              </a:rPr>
              <a:t>, HMI </a:t>
            </a:r>
            <a:r>
              <a:rPr lang="en-US" sz="1500" dirty="0" err="1">
                <a:latin typeface="+mj-lt"/>
              </a:rPr>
              <a:t>sẽ</a:t>
            </a:r>
            <a:r>
              <a:rPr lang="en-US" sz="1500" dirty="0">
                <a:latin typeface="+mj-lt"/>
              </a:rPr>
              <a:t> </a:t>
            </a:r>
            <a:r>
              <a:rPr lang="en-US" sz="1500" dirty="0" err="1">
                <a:latin typeface="+mj-lt"/>
              </a:rPr>
              <a:t>gặp</a:t>
            </a:r>
            <a:r>
              <a:rPr lang="en-US" sz="1500" dirty="0">
                <a:latin typeface="+mj-lt"/>
              </a:rPr>
              <a:t> </a:t>
            </a:r>
            <a:r>
              <a:rPr lang="en-US" sz="1500" dirty="0" err="1">
                <a:latin typeface="+mj-lt"/>
              </a:rPr>
              <a:t>hiện</a:t>
            </a:r>
            <a:r>
              <a:rPr lang="en-US" sz="1500" dirty="0">
                <a:latin typeface="+mj-lt"/>
              </a:rPr>
              <a:t> </a:t>
            </a:r>
            <a:r>
              <a:rPr lang="en-US" sz="1500" dirty="0" err="1">
                <a:latin typeface="+mj-lt"/>
              </a:rPr>
              <a:t>tượng</a:t>
            </a:r>
            <a:r>
              <a:rPr lang="en-US" sz="1500" dirty="0">
                <a:latin typeface="+mj-lt"/>
              </a:rPr>
              <a:t> </a:t>
            </a:r>
            <a:r>
              <a:rPr lang="en-US" sz="1500" dirty="0" err="1">
                <a:latin typeface="+mj-lt"/>
              </a:rPr>
              <a:t>đóng</a:t>
            </a:r>
            <a:r>
              <a:rPr lang="en-US" sz="1500" dirty="0">
                <a:latin typeface="+mj-lt"/>
              </a:rPr>
              <a:t> </a:t>
            </a:r>
            <a:r>
              <a:rPr lang="en-US" sz="1500" dirty="0" err="1">
                <a:latin typeface="+mj-lt"/>
              </a:rPr>
              <a:t>băng</a:t>
            </a:r>
            <a:r>
              <a:rPr lang="en-US" sz="1500" dirty="0">
                <a:latin typeface="+mj-lt"/>
              </a:rPr>
              <a:t> </a:t>
            </a:r>
            <a:r>
              <a:rPr lang="en-US" sz="1500" dirty="0" err="1">
                <a:latin typeface="+mj-lt"/>
              </a:rPr>
              <a:t>đồ</a:t>
            </a:r>
            <a:r>
              <a:rPr lang="en-US" sz="1500" dirty="0">
                <a:latin typeface="+mj-lt"/>
              </a:rPr>
              <a:t> </a:t>
            </a:r>
            <a:r>
              <a:rPr lang="en-US" sz="1500" dirty="0" err="1">
                <a:latin typeface="+mj-lt"/>
              </a:rPr>
              <a:t>họa</a:t>
            </a:r>
            <a:r>
              <a:rPr lang="en-US" sz="1500" dirty="0">
                <a:latin typeface="+mj-lt"/>
              </a:rPr>
              <a:t> (Frame drop).</a:t>
            </a:r>
          </a:p>
        </p:txBody>
      </p:sp>
      <p:sp>
        <p:nvSpPr>
          <p:cNvPr id="13" name="Google Shape;158;p16">
            <a:extLst>
              <a:ext uri="{FF2B5EF4-FFF2-40B4-BE49-F238E27FC236}">
                <a16:creationId xmlns:a16="http://schemas.microsoft.com/office/drawing/2014/main" id="{A2FCD8C9-8135-F941-21CD-FA4D5758C7E5}"/>
              </a:ext>
            </a:extLst>
          </p:cNvPr>
          <p:cNvSpPr txBox="1"/>
          <p:nvPr/>
        </p:nvSpPr>
        <p:spPr>
          <a:xfrm>
            <a:off x="571500" y="3093825"/>
            <a:ext cx="3825402" cy="307777"/>
          </a:xfrm>
          <a:prstGeom prst="rect">
            <a:avLst/>
          </a:prstGeom>
          <a:noFill/>
          <a:ln>
            <a:noFill/>
          </a:ln>
        </p:spPr>
        <p:txBody>
          <a:bodyPr spcFirstLastPara="1" wrap="square" lIns="0" tIns="0" rIns="0" bIns="0" anchor="t" anchorCtr="0">
            <a:spAutoFit/>
          </a:bodyPr>
          <a:lstStyle/>
          <a:p>
            <a:pPr lvl="0"/>
            <a:r>
              <a:rPr lang="en-US" sz="2000" b="1" dirty="0" err="1">
                <a:solidFill>
                  <a:srgbClr val="10B981"/>
                </a:solidFill>
                <a:latin typeface="+mj-lt"/>
                <a:ea typeface="Poppins SemiBold"/>
                <a:cs typeface="Poppins SemiBold"/>
                <a:sym typeface="Poppins SemiBold"/>
              </a:rPr>
              <a:t>Giải</a:t>
            </a:r>
            <a:r>
              <a:rPr lang="en-US" sz="2000" b="1" dirty="0">
                <a:solidFill>
                  <a:srgbClr val="10B981"/>
                </a:solidFill>
                <a:latin typeface="+mj-lt"/>
                <a:ea typeface="Poppins SemiBold"/>
                <a:cs typeface="Poppins SemiBold"/>
                <a:sym typeface="Poppins SemiBold"/>
              </a:rPr>
              <a:t> </a:t>
            </a:r>
            <a:r>
              <a:rPr lang="en-US" sz="2000" b="1" dirty="0" err="1">
                <a:solidFill>
                  <a:srgbClr val="10B981"/>
                </a:solidFill>
                <a:latin typeface="+mj-lt"/>
                <a:ea typeface="Poppins SemiBold"/>
                <a:cs typeface="Poppins SemiBold"/>
                <a:sym typeface="Poppins SemiBold"/>
              </a:rPr>
              <a:t>pháp</a:t>
            </a:r>
            <a:r>
              <a:rPr lang="en-US" sz="2000" b="1" dirty="0">
                <a:solidFill>
                  <a:srgbClr val="10B981"/>
                </a:solidFill>
                <a:latin typeface="+mj-lt"/>
                <a:ea typeface="Poppins SemiBold"/>
                <a:cs typeface="Poppins SemiBold"/>
                <a:sym typeface="Poppins SemiBold"/>
              </a:rPr>
              <a:t> </a:t>
            </a:r>
            <a:r>
              <a:rPr lang="en-US" sz="2000" b="1" dirty="0" err="1">
                <a:solidFill>
                  <a:srgbClr val="10B981"/>
                </a:solidFill>
                <a:latin typeface="+mj-lt"/>
                <a:ea typeface="Poppins SemiBold"/>
                <a:cs typeface="Poppins SemiBold"/>
                <a:sym typeface="Poppins SemiBold"/>
              </a:rPr>
              <a:t>cô</a:t>
            </a:r>
            <a:r>
              <a:rPr lang="en-US" sz="2000" b="1" dirty="0">
                <a:solidFill>
                  <a:srgbClr val="10B981"/>
                </a:solidFill>
                <a:latin typeface="+mj-lt"/>
                <a:ea typeface="Poppins SemiBold"/>
                <a:cs typeface="Poppins SemiBold"/>
                <a:sym typeface="Poppins SemiBold"/>
              </a:rPr>
              <a:t> </a:t>
            </a:r>
            <a:r>
              <a:rPr lang="en-US" sz="2000" b="1" dirty="0" err="1">
                <a:solidFill>
                  <a:srgbClr val="10B981"/>
                </a:solidFill>
                <a:latin typeface="+mj-lt"/>
                <a:ea typeface="Poppins SemiBold"/>
                <a:cs typeface="Poppins SemiBold"/>
                <a:sym typeface="Poppins SemiBold"/>
              </a:rPr>
              <a:t>lập</a:t>
            </a:r>
            <a:r>
              <a:rPr lang="en-US" sz="2000" b="1" dirty="0">
                <a:solidFill>
                  <a:srgbClr val="10B981"/>
                </a:solidFill>
                <a:latin typeface="+mj-lt"/>
                <a:ea typeface="Poppins SemiBold"/>
                <a:cs typeface="Poppins SemiBold"/>
                <a:sym typeface="Poppins SemiBold"/>
              </a:rPr>
              <a:t> </a:t>
            </a:r>
            <a:r>
              <a:rPr lang="en-US" sz="2000" b="1" dirty="0" err="1">
                <a:solidFill>
                  <a:srgbClr val="10B981"/>
                </a:solidFill>
                <a:latin typeface="+mj-lt"/>
                <a:ea typeface="Poppins SemiBold"/>
                <a:cs typeface="Poppins SemiBold"/>
                <a:sym typeface="Poppins SemiBold"/>
              </a:rPr>
              <a:t>luồng</a:t>
            </a:r>
            <a:r>
              <a:rPr lang="en-US" sz="2000" b="1" dirty="0">
                <a:solidFill>
                  <a:srgbClr val="10B981"/>
                </a:solidFill>
                <a:latin typeface="+mj-lt"/>
                <a:ea typeface="Poppins SemiBold"/>
                <a:cs typeface="Poppins SemiBold"/>
                <a:sym typeface="Poppins SemiBold"/>
              </a:rPr>
              <a:t> </a:t>
            </a:r>
            <a:r>
              <a:rPr lang="en-US" sz="2000" b="1" dirty="0" err="1">
                <a:solidFill>
                  <a:srgbClr val="10B981"/>
                </a:solidFill>
                <a:latin typeface="+mj-lt"/>
                <a:ea typeface="Poppins SemiBold"/>
                <a:cs typeface="Poppins SemiBold"/>
                <a:sym typeface="Poppins SemiBold"/>
              </a:rPr>
              <a:t>chuyên</a:t>
            </a:r>
            <a:r>
              <a:rPr lang="en-US" sz="2000" b="1" dirty="0">
                <a:solidFill>
                  <a:srgbClr val="10B981"/>
                </a:solidFill>
                <a:latin typeface="+mj-lt"/>
                <a:ea typeface="Poppins SemiBold"/>
                <a:cs typeface="Poppins SemiBold"/>
                <a:sym typeface="Poppins SemiBold"/>
              </a:rPr>
              <a:t> </a:t>
            </a:r>
            <a:r>
              <a:rPr lang="en-US" sz="2000" b="1" dirty="0" err="1">
                <a:solidFill>
                  <a:srgbClr val="10B981"/>
                </a:solidFill>
                <a:latin typeface="+mj-lt"/>
                <a:ea typeface="Poppins SemiBold"/>
                <a:cs typeface="Poppins SemiBold"/>
                <a:sym typeface="Poppins SemiBold"/>
              </a:rPr>
              <a:t>biệt</a:t>
            </a:r>
            <a:endParaRPr sz="2000" b="1" dirty="0">
              <a:latin typeface="+mj-lt"/>
            </a:endParaRPr>
          </a:p>
        </p:txBody>
      </p:sp>
      <p:sp>
        <p:nvSpPr>
          <p:cNvPr id="15" name="TextBox 14">
            <a:extLst>
              <a:ext uri="{FF2B5EF4-FFF2-40B4-BE49-F238E27FC236}">
                <a16:creationId xmlns:a16="http://schemas.microsoft.com/office/drawing/2014/main" id="{820302E2-5AA1-4C42-33CC-799F478161F4}"/>
              </a:ext>
            </a:extLst>
          </p:cNvPr>
          <p:cNvSpPr txBox="1"/>
          <p:nvPr/>
        </p:nvSpPr>
        <p:spPr>
          <a:xfrm>
            <a:off x="493679" y="3456858"/>
            <a:ext cx="5984944" cy="1938992"/>
          </a:xfrm>
          <a:prstGeom prst="rect">
            <a:avLst/>
          </a:prstGeom>
          <a:noFill/>
        </p:spPr>
        <p:txBody>
          <a:bodyPr wrap="square">
            <a:spAutoFit/>
          </a:bodyPr>
          <a:lstStyle/>
          <a:p>
            <a:pPr algn="just"/>
            <a:r>
              <a:rPr lang="vi-VN" sz="1500" b="1" dirty="0">
                <a:latin typeface="+mj-lt"/>
              </a:rPr>
              <a:t>Luồng đồ họa chính (Main UI Thread)</a:t>
            </a:r>
            <a:r>
              <a:rPr lang="vi-VN" sz="1500" dirty="0">
                <a:latin typeface="+mj-lt"/>
              </a:rPr>
              <a:t>: Chuyên trách kết xuất giao diện QML ổn định ở tốc độ 60 FPS.</a:t>
            </a:r>
          </a:p>
          <a:p>
            <a:pPr algn="just"/>
            <a:r>
              <a:rPr lang="vi-VN" sz="1500" b="1" dirty="0">
                <a:latin typeface="+mj-lt"/>
              </a:rPr>
              <a:t>Luồng thực thi ROS (ROS Executor Thread)</a:t>
            </a:r>
            <a:r>
              <a:rPr lang="vi-VN" sz="1500" dirty="0">
                <a:latin typeface="+mj-lt"/>
              </a:rPr>
              <a:t>: Chạy độc lập dưới nền thực hiện vòng lặp sự kiện rclcpp::spin() để thu nhận dữ liệu mạng từ Robot.</a:t>
            </a:r>
          </a:p>
          <a:p>
            <a:pPr algn="just"/>
            <a:r>
              <a:rPr lang="vi-VN" sz="1500" b="1" dirty="0">
                <a:latin typeface="+mj-lt"/>
              </a:rPr>
              <a:t>Giao tiếp an toàn qua Qt Signals / Slots</a:t>
            </a:r>
            <a:r>
              <a:rPr lang="vi-VN" sz="1500" dirty="0">
                <a:latin typeface="+mj-lt"/>
              </a:rPr>
              <a:t>: Cơ chế hàng đợi (Queued Connection) giúp truyền dữ liệu bất đồng bộ giữa hai luồng, loại bỏ hoàn toàn lỗi xung đột bộ nhớ (Segmentation fault).</a:t>
            </a:r>
          </a:p>
        </p:txBody>
      </p:sp>
      <p:pic>
        <p:nvPicPr>
          <p:cNvPr id="17" name="Google Shape;152;p16" descr="image.png">
            <a:extLst>
              <a:ext uri="{FF2B5EF4-FFF2-40B4-BE49-F238E27FC236}">
                <a16:creationId xmlns:a16="http://schemas.microsoft.com/office/drawing/2014/main" id="{3CA3DF7F-F5CA-ED5C-2379-8FC72B7B3AC6}"/>
              </a:ext>
            </a:extLst>
          </p:cNvPr>
          <p:cNvPicPr preferRelativeResize="0"/>
          <p:nvPr/>
        </p:nvPicPr>
        <p:blipFill rotWithShape="1">
          <a:blip r:embed="rId2">
            <a:alphaModFix/>
          </a:blip>
          <a:srcRect/>
          <a:stretch/>
        </p:blipFill>
        <p:spPr>
          <a:xfrm>
            <a:off x="6614829" y="1919214"/>
            <a:ext cx="5334000" cy="3817441"/>
          </a:xfrm>
          <a:prstGeom prst="rect">
            <a:avLst/>
          </a:prstGeom>
          <a:noFill/>
          <a:ln>
            <a:noFill/>
          </a:ln>
        </p:spPr>
      </p:pic>
      <p:pic>
        <p:nvPicPr>
          <p:cNvPr id="19" name="Google Shape;153;p16" descr="image.png">
            <a:extLst>
              <a:ext uri="{FF2B5EF4-FFF2-40B4-BE49-F238E27FC236}">
                <a16:creationId xmlns:a16="http://schemas.microsoft.com/office/drawing/2014/main" id="{86FD4E00-8BC0-2659-4EC2-40DA7B926D43}"/>
              </a:ext>
            </a:extLst>
          </p:cNvPr>
          <p:cNvPicPr preferRelativeResize="0"/>
          <p:nvPr/>
        </p:nvPicPr>
        <p:blipFill rotWithShape="1">
          <a:blip r:embed="rId3">
            <a:alphaModFix/>
          </a:blip>
          <a:srcRect/>
          <a:stretch/>
        </p:blipFill>
        <p:spPr>
          <a:xfrm>
            <a:off x="6862479" y="3180235"/>
            <a:ext cx="4838700" cy="619125"/>
          </a:xfrm>
          <a:prstGeom prst="rect">
            <a:avLst/>
          </a:prstGeom>
          <a:noFill/>
          <a:ln>
            <a:noFill/>
          </a:ln>
        </p:spPr>
      </p:pic>
      <p:pic>
        <p:nvPicPr>
          <p:cNvPr id="21" name="Google Shape;154;p16" descr="image.png">
            <a:extLst>
              <a:ext uri="{FF2B5EF4-FFF2-40B4-BE49-F238E27FC236}">
                <a16:creationId xmlns:a16="http://schemas.microsoft.com/office/drawing/2014/main" id="{1E3677D3-20B2-4FF5-3D86-5D6B4038A3D4}"/>
              </a:ext>
            </a:extLst>
          </p:cNvPr>
          <p:cNvPicPr preferRelativeResize="0"/>
          <p:nvPr/>
        </p:nvPicPr>
        <p:blipFill rotWithShape="1">
          <a:blip r:embed="rId4">
            <a:alphaModFix/>
          </a:blip>
          <a:srcRect/>
          <a:stretch/>
        </p:blipFill>
        <p:spPr>
          <a:xfrm>
            <a:off x="6862479" y="4285135"/>
            <a:ext cx="4838700" cy="619125"/>
          </a:xfrm>
          <a:prstGeom prst="rect">
            <a:avLst/>
          </a:prstGeom>
          <a:noFill/>
          <a:ln>
            <a:noFill/>
          </a:ln>
        </p:spPr>
      </p:pic>
      <p:sp>
        <p:nvSpPr>
          <p:cNvPr id="23" name="Google Shape;161;p16">
            <a:extLst>
              <a:ext uri="{FF2B5EF4-FFF2-40B4-BE49-F238E27FC236}">
                <a16:creationId xmlns:a16="http://schemas.microsoft.com/office/drawing/2014/main" id="{BA1C52D7-17F4-49C4-6E85-E0492EC8A227}"/>
              </a:ext>
            </a:extLst>
          </p:cNvPr>
          <p:cNvSpPr txBox="1"/>
          <p:nvPr/>
        </p:nvSpPr>
        <p:spPr>
          <a:xfrm>
            <a:off x="6741510" y="2450797"/>
            <a:ext cx="5080635" cy="230832"/>
          </a:xfrm>
          <a:prstGeom prst="rect">
            <a:avLst/>
          </a:prstGeom>
          <a:noFill/>
          <a:ln>
            <a:noFill/>
          </a:ln>
        </p:spPr>
        <p:txBody>
          <a:bodyPr spcFirstLastPara="1" wrap="square" lIns="133350" tIns="0" rIns="0" bIns="0" anchor="t" anchorCtr="0">
            <a:spAutoFit/>
          </a:bodyPr>
          <a:lstStyle/>
          <a:p>
            <a:pPr marL="0" marR="0" lvl="0" indent="0" algn="ctr" rtl="0">
              <a:spcBef>
                <a:spcPts val="0"/>
              </a:spcBef>
              <a:spcAft>
                <a:spcPts val="0"/>
              </a:spcAft>
              <a:buNone/>
            </a:pPr>
            <a:r>
              <a:rPr lang="en-US" sz="1500" b="0" i="0" u="none" strike="noStrike" cap="none" dirty="0" err="1">
                <a:solidFill>
                  <a:srgbClr val="10B981"/>
                </a:solidFill>
                <a:latin typeface="+mj-lt"/>
                <a:ea typeface="Poppins SemiBold"/>
                <a:cs typeface="Poppins SemiBold"/>
                <a:sym typeface="Poppins SemiBold"/>
              </a:rPr>
              <a:t>Luồng</a:t>
            </a:r>
            <a:r>
              <a:rPr lang="en-US" sz="1500" b="0" i="0" u="none" strike="noStrike" cap="none" dirty="0">
                <a:solidFill>
                  <a:srgbClr val="10B981"/>
                </a:solidFill>
                <a:latin typeface="+mj-lt"/>
                <a:ea typeface="Poppins SemiBold"/>
                <a:cs typeface="Poppins SemiBold"/>
                <a:sym typeface="Poppins SemiBold"/>
              </a:rPr>
              <a:t> Giao </a:t>
            </a:r>
            <a:r>
              <a:rPr lang="en-US" sz="1500" b="0" i="0" u="none" strike="noStrike" cap="none" dirty="0" err="1">
                <a:solidFill>
                  <a:srgbClr val="10B981"/>
                </a:solidFill>
                <a:latin typeface="+mj-lt"/>
                <a:ea typeface="Poppins SemiBold"/>
                <a:cs typeface="Poppins SemiBold"/>
                <a:sym typeface="Poppins SemiBold"/>
              </a:rPr>
              <a:t>Tiếp</a:t>
            </a:r>
            <a:r>
              <a:rPr lang="en-US" sz="1500" b="0" i="0" u="none" strike="noStrike" cap="none" dirty="0">
                <a:solidFill>
                  <a:srgbClr val="10B981"/>
                </a:solidFill>
                <a:latin typeface="+mj-lt"/>
                <a:ea typeface="Poppins SemiBold"/>
                <a:cs typeface="Poppins SemiBold"/>
                <a:sym typeface="Poppins SemiBold"/>
              </a:rPr>
              <a:t> </a:t>
            </a:r>
            <a:r>
              <a:rPr lang="en-US" sz="1500" b="0" i="0" u="none" strike="noStrike" cap="none" dirty="0" err="1">
                <a:solidFill>
                  <a:srgbClr val="10B981"/>
                </a:solidFill>
                <a:latin typeface="+mj-lt"/>
                <a:ea typeface="Poppins SemiBold"/>
                <a:cs typeface="Poppins SemiBold"/>
                <a:sym typeface="Poppins SemiBold"/>
              </a:rPr>
              <a:t>Bất</a:t>
            </a:r>
            <a:r>
              <a:rPr lang="en-US" sz="1500" b="0" i="0" u="none" strike="noStrike" cap="none" dirty="0">
                <a:solidFill>
                  <a:srgbClr val="10B981"/>
                </a:solidFill>
                <a:latin typeface="+mj-lt"/>
                <a:ea typeface="Poppins SemiBold"/>
                <a:cs typeface="Poppins SemiBold"/>
                <a:sym typeface="Poppins SemiBold"/>
              </a:rPr>
              <a:t> </a:t>
            </a:r>
            <a:r>
              <a:rPr lang="en-US" sz="1500" b="0" i="0" u="none" strike="noStrike" cap="none" dirty="0" err="1">
                <a:solidFill>
                  <a:srgbClr val="10B981"/>
                </a:solidFill>
                <a:latin typeface="+mj-lt"/>
                <a:ea typeface="Poppins SemiBold"/>
                <a:cs typeface="Poppins SemiBold"/>
                <a:sym typeface="Poppins SemiBold"/>
              </a:rPr>
              <a:t>Đồng</a:t>
            </a:r>
            <a:r>
              <a:rPr lang="en-US" sz="1500" b="0" i="0" u="none" strike="noStrike" cap="none" dirty="0">
                <a:solidFill>
                  <a:srgbClr val="10B981"/>
                </a:solidFill>
                <a:latin typeface="+mj-lt"/>
                <a:ea typeface="Poppins SemiBold"/>
                <a:cs typeface="Poppins SemiBold"/>
                <a:sym typeface="Poppins SemiBold"/>
              </a:rPr>
              <a:t> </a:t>
            </a:r>
            <a:r>
              <a:rPr lang="en-US" sz="1500" b="0" i="0" u="none" strike="noStrike" cap="none" dirty="0" err="1">
                <a:solidFill>
                  <a:srgbClr val="10B981"/>
                </a:solidFill>
                <a:latin typeface="+mj-lt"/>
                <a:ea typeface="Poppins SemiBold"/>
                <a:cs typeface="Poppins SemiBold"/>
                <a:sym typeface="Poppins SemiBold"/>
              </a:rPr>
              <a:t>Bộ</a:t>
            </a:r>
            <a:endParaRPr sz="1500" dirty="0">
              <a:latin typeface="+mj-lt"/>
            </a:endParaRPr>
          </a:p>
        </p:txBody>
      </p:sp>
      <p:pic>
        <p:nvPicPr>
          <p:cNvPr id="25" name="Google Shape;165;p16" descr="image.png">
            <a:extLst>
              <a:ext uri="{FF2B5EF4-FFF2-40B4-BE49-F238E27FC236}">
                <a16:creationId xmlns:a16="http://schemas.microsoft.com/office/drawing/2014/main" id="{70FFDD06-B155-F3E1-3E8F-52AB53E14633}"/>
              </a:ext>
            </a:extLst>
          </p:cNvPr>
          <p:cNvPicPr preferRelativeResize="0"/>
          <p:nvPr/>
        </p:nvPicPr>
        <p:blipFill rotWithShape="1">
          <a:blip r:embed="rId5">
            <a:alphaModFix/>
          </a:blip>
          <a:srcRect/>
          <a:stretch/>
        </p:blipFill>
        <p:spPr>
          <a:xfrm>
            <a:off x="7920494" y="2493375"/>
            <a:ext cx="133350" cy="152400"/>
          </a:xfrm>
          <a:prstGeom prst="rect">
            <a:avLst/>
          </a:prstGeom>
          <a:noFill/>
          <a:ln>
            <a:noFill/>
          </a:ln>
        </p:spPr>
      </p:pic>
      <p:sp>
        <p:nvSpPr>
          <p:cNvPr id="27" name="Google Shape;166;p16">
            <a:extLst>
              <a:ext uri="{FF2B5EF4-FFF2-40B4-BE49-F238E27FC236}">
                <a16:creationId xmlns:a16="http://schemas.microsoft.com/office/drawing/2014/main" id="{994D9732-D7B7-6180-D66E-3FDA915B6ECE}"/>
              </a:ext>
            </a:extLst>
          </p:cNvPr>
          <p:cNvSpPr txBox="1"/>
          <p:nvPr/>
        </p:nvSpPr>
        <p:spPr>
          <a:xfrm>
            <a:off x="8002396" y="3274267"/>
            <a:ext cx="2558861"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dirty="0" err="1">
                <a:solidFill>
                  <a:srgbClr val="3B82F6"/>
                </a:solidFill>
                <a:latin typeface="Inter SemiBold"/>
                <a:ea typeface="Inter SemiBold"/>
                <a:cs typeface="Inter SemiBold"/>
                <a:sym typeface="Inter SemiBold"/>
              </a:rPr>
              <a:t>Luồng</a:t>
            </a:r>
            <a:r>
              <a:rPr lang="en-US" sz="1200" b="0" i="0" u="none" strike="noStrike" cap="none" dirty="0">
                <a:solidFill>
                  <a:srgbClr val="3B82F6"/>
                </a:solidFill>
                <a:latin typeface="Inter SemiBold"/>
                <a:ea typeface="Inter SemiBold"/>
                <a:cs typeface="Inter SemiBold"/>
                <a:sym typeface="Inter SemiBold"/>
              </a:rPr>
              <a:t> </a:t>
            </a:r>
            <a:r>
              <a:rPr lang="en-US" sz="1200" b="0" i="0" u="none" strike="noStrike" cap="none" dirty="0" err="1">
                <a:solidFill>
                  <a:srgbClr val="3B82F6"/>
                </a:solidFill>
                <a:latin typeface="Inter SemiBold"/>
                <a:ea typeface="Inter SemiBold"/>
                <a:cs typeface="Inter SemiBold"/>
                <a:sym typeface="Inter SemiBold"/>
              </a:rPr>
              <a:t>Đồ</a:t>
            </a:r>
            <a:r>
              <a:rPr lang="en-US" sz="1200" b="0" i="0" u="none" strike="noStrike" cap="none" dirty="0">
                <a:solidFill>
                  <a:srgbClr val="3B82F6"/>
                </a:solidFill>
                <a:latin typeface="Inter SemiBold"/>
                <a:ea typeface="Inter SemiBold"/>
                <a:cs typeface="Inter SemiBold"/>
                <a:sym typeface="Inter SemiBold"/>
              </a:rPr>
              <a:t> </a:t>
            </a:r>
            <a:r>
              <a:rPr lang="en-US" sz="1200" b="0" i="0" u="none" strike="noStrike" cap="none" dirty="0" err="1">
                <a:solidFill>
                  <a:srgbClr val="3B82F6"/>
                </a:solidFill>
                <a:latin typeface="Inter SemiBold"/>
                <a:ea typeface="Inter SemiBold"/>
                <a:cs typeface="Inter SemiBold"/>
                <a:sym typeface="Inter SemiBold"/>
              </a:rPr>
              <a:t>Họa</a:t>
            </a:r>
            <a:r>
              <a:rPr lang="en-US" sz="1200" b="0" i="0" u="none" strike="noStrike" cap="none" dirty="0">
                <a:solidFill>
                  <a:srgbClr val="3B82F6"/>
                </a:solidFill>
                <a:latin typeface="Inter SemiBold"/>
                <a:ea typeface="Inter SemiBold"/>
                <a:cs typeface="Inter SemiBold"/>
                <a:sym typeface="Inter SemiBold"/>
              </a:rPr>
              <a:t> </a:t>
            </a:r>
            <a:r>
              <a:rPr lang="en-US" sz="1200" b="0" i="0" u="none" strike="noStrike" cap="none" dirty="0" err="1">
                <a:solidFill>
                  <a:srgbClr val="3B82F6"/>
                </a:solidFill>
                <a:latin typeface="Inter SemiBold"/>
                <a:ea typeface="Inter SemiBold"/>
                <a:cs typeface="Inter SemiBold"/>
                <a:sym typeface="Inter SemiBold"/>
              </a:rPr>
              <a:t>Chính</a:t>
            </a:r>
            <a:r>
              <a:rPr lang="en-US" sz="1200" b="0" i="0" u="none" strike="noStrike" cap="none" dirty="0">
                <a:solidFill>
                  <a:srgbClr val="3B82F6"/>
                </a:solidFill>
                <a:latin typeface="Inter SemiBold"/>
                <a:ea typeface="Inter SemiBold"/>
                <a:cs typeface="Inter SemiBold"/>
                <a:sym typeface="Inter SemiBold"/>
              </a:rPr>
              <a:t> (Main Thread)</a:t>
            </a:r>
            <a:endParaRPr sz="1200" dirty="0"/>
          </a:p>
        </p:txBody>
      </p:sp>
      <p:sp>
        <p:nvSpPr>
          <p:cNvPr id="29" name="Google Shape;167;p16">
            <a:extLst>
              <a:ext uri="{FF2B5EF4-FFF2-40B4-BE49-F238E27FC236}">
                <a16:creationId xmlns:a16="http://schemas.microsoft.com/office/drawing/2014/main" id="{994714C8-BBDF-66B4-D128-DABF7B4FC471}"/>
              </a:ext>
            </a:extLst>
          </p:cNvPr>
          <p:cNvSpPr txBox="1"/>
          <p:nvPr/>
        </p:nvSpPr>
        <p:spPr>
          <a:xfrm>
            <a:off x="6986304" y="3542185"/>
            <a:ext cx="4591050" cy="16927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100" b="0" i="0" u="none" strike="noStrike" cap="none" dirty="0">
                <a:solidFill>
                  <a:srgbClr val="94A3B8"/>
                </a:solidFill>
                <a:latin typeface="Inter"/>
                <a:ea typeface="Inter"/>
                <a:cs typeface="Inter"/>
                <a:sym typeface="Inter"/>
              </a:rPr>
              <a:t>QML Rendering &amp; </a:t>
            </a:r>
            <a:r>
              <a:rPr lang="en-US" sz="1100" b="0" i="0" u="none" strike="noStrike" cap="none" dirty="0" err="1">
                <a:solidFill>
                  <a:srgbClr val="94A3B8"/>
                </a:solidFill>
                <a:latin typeface="Inter"/>
                <a:ea typeface="Inter"/>
                <a:cs typeface="Inter"/>
                <a:sym typeface="Inter"/>
              </a:rPr>
              <a:t>Cử</a:t>
            </a:r>
            <a:r>
              <a:rPr lang="en-US" sz="1100" b="0" i="0" u="none" strike="noStrike" cap="none" dirty="0">
                <a:solidFill>
                  <a:srgbClr val="94A3B8"/>
                </a:solidFill>
                <a:latin typeface="Inter"/>
                <a:ea typeface="Inter"/>
                <a:cs typeface="Inter"/>
                <a:sym typeface="Inter"/>
              </a:rPr>
              <a:t> </a:t>
            </a:r>
            <a:r>
              <a:rPr lang="en-US" sz="1100" b="0" i="0" u="none" strike="noStrike" cap="none" dirty="0" err="1">
                <a:solidFill>
                  <a:srgbClr val="94A3B8"/>
                </a:solidFill>
                <a:latin typeface="Inter"/>
                <a:ea typeface="Inter"/>
                <a:cs typeface="Inter"/>
                <a:sym typeface="Inter"/>
              </a:rPr>
              <a:t>chỉ</a:t>
            </a:r>
            <a:r>
              <a:rPr lang="en-US" sz="1100" b="0" i="0" u="none" strike="noStrike" cap="none" dirty="0">
                <a:solidFill>
                  <a:srgbClr val="94A3B8"/>
                </a:solidFill>
                <a:latin typeface="Inter"/>
                <a:ea typeface="Inter"/>
                <a:cs typeface="Inter"/>
                <a:sym typeface="Inter"/>
              </a:rPr>
              <a:t> </a:t>
            </a:r>
            <a:r>
              <a:rPr lang="en-US" sz="1100" b="0" i="0" u="none" strike="noStrike" cap="none" dirty="0" err="1">
                <a:solidFill>
                  <a:srgbClr val="94A3B8"/>
                </a:solidFill>
                <a:latin typeface="Inter"/>
                <a:ea typeface="Inter"/>
                <a:cs typeface="Inter"/>
                <a:sym typeface="Inter"/>
              </a:rPr>
              <a:t>người</a:t>
            </a:r>
            <a:r>
              <a:rPr lang="en-US" sz="1100" b="0" i="0" u="none" strike="noStrike" cap="none" dirty="0">
                <a:solidFill>
                  <a:srgbClr val="94A3B8"/>
                </a:solidFill>
                <a:latin typeface="Inter"/>
                <a:ea typeface="Inter"/>
                <a:cs typeface="Inter"/>
                <a:sym typeface="Inter"/>
              </a:rPr>
              <a:t> </a:t>
            </a:r>
            <a:r>
              <a:rPr lang="en-US" sz="1100" b="0" i="0" u="none" strike="noStrike" cap="none" dirty="0" err="1">
                <a:solidFill>
                  <a:srgbClr val="94A3B8"/>
                </a:solidFill>
                <a:latin typeface="Inter"/>
                <a:ea typeface="Inter"/>
                <a:cs typeface="Inter"/>
                <a:sym typeface="Inter"/>
              </a:rPr>
              <a:t>dùng</a:t>
            </a:r>
            <a:r>
              <a:rPr lang="en-US" sz="1100" b="0" i="0" u="none" strike="noStrike" cap="none" dirty="0">
                <a:solidFill>
                  <a:srgbClr val="94A3B8"/>
                </a:solidFill>
                <a:latin typeface="Inter"/>
                <a:ea typeface="Inter"/>
                <a:cs typeface="Inter"/>
                <a:sym typeface="Inter"/>
              </a:rPr>
              <a:t> (60 FPS)</a:t>
            </a:r>
            <a:endParaRPr sz="1100" dirty="0"/>
          </a:p>
        </p:txBody>
      </p:sp>
      <p:pic>
        <p:nvPicPr>
          <p:cNvPr id="31" name="Google Shape;168;p16" descr="image.png">
            <a:extLst>
              <a:ext uri="{FF2B5EF4-FFF2-40B4-BE49-F238E27FC236}">
                <a16:creationId xmlns:a16="http://schemas.microsoft.com/office/drawing/2014/main" id="{EA807A00-F975-CF27-F0BF-20DA0027B5C6}"/>
              </a:ext>
            </a:extLst>
          </p:cNvPr>
          <p:cNvPicPr preferRelativeResize="0"/>
          <p:nvPr/>
        </p:nvPicPr>
        <p:blipFill rotWithShape="1">
          <a:blip r:embed="rId6">
            <a:alphaModFix/>
          </a:blip>
          <a:srcRect/>
          <a:stretch/>
        </p:blipFill>
        <p:spPr>
          <a:xfrm>
            <a:off x="7243479" y="3966047"/>
            <a:ext cx="114300" cy="152400"/>
          </a:xfrm>
          <a:prstGeom prst="rect">
            <a:avLst/>
          </a:prstGeom>
          <a:noFill/>
          <a:ln>
            <a:noFill/>
          </a:ln>
        </p:spPr>
      </p:pic>
      <p:pic>
        <p:nvPicPr>
          <p:cNvPr id="33" name="Google Shape;169;p16" descr="image.png">
            <a:extLst>
              <a:ext uri="{FF2B5EF4-FFF2-40B4-BE49-F238E27FC236}">
                <a16:creationId xmlns:a16="http://schemas.microsoft.com/office/drawing/2014/main" id="{61DA4072-BD38-DA55-EA4E-7B32908149A7}"/>
              </a:ext>
            </a:extLst>
          </p:cNvPr>
          <p:cNvPicPr preferRelativeResize="0"/>
          <p:nvPr/>
        </p:nvPicPr>
        <p:blipFill rotWithShape="1">
          <a:blip r:embed="rId7">
            <a:alphaModFix/>
          </a:blip>
          <a:srcRect/>
          <a:stretch/>
        </p:blipFill>
        <p:spPr>
          <a:xfrm>
            <a:off x="8567305" y="3942235"/>
            <a:ext cx="1429047" cy="200025"/>
          </a:xfrm>
          <a:prstGeom prst="rect">
            <a:avLst/>
          </a:prstGeom>
          <a:noFill/>
          <a:ln>
            <a:noFill/>
          </a:ln>
        </p:spPr>
      </p:pic>
      <p:pic>
        <p:nvPicPr>
          <p:cNvPr id="35" name="Google Shape;170;p16" descr="image.png">
            <a:extLst>
              <a:ext uri="{FF2B5EF4-FFF2-40B4-BE49-F238E27FC236}">
                <a16:creationId xmlns:a16="http://schemas.microsoft.com/office/drawing/2014/main" id="{1D124A71-AE49-EE19-20FC-6227BC7B2B1B}"/>
              </a:ext>
            </a:extLst>
          </p:cNvPr>
          <p:cNvPicPr preferRelativeResize="0"/>
          <p:nvPr/>
        </p:nvPicPr>
        <p:blipFill rotWithShape="1">
          <a:blip r:embed="rId8">
            <a:alphaModFix/>
          </a:blip>
          <a:srcRect/>
          <a:stretch/>
        </p:blipFill>
        <p:spPr>
          <a:xfrm>
            <a:off x="11205879" y="3966047"/>
            <a:ext cx="114300" cy="152400"/>
          </a:xfrm>
          <a:prstGeom prst="rect">
            <a:avLst/>
          </a:prstGeom>
          <a:noFill/>
          <a:ln>
            <a:noFill/>
          </a:ln>
        </p:spPr>
      </p:pic>
      <p:sp>
        <p:nvSpPr>
          <p:cNvPr id="37" name="Google Shape;171;p16">
            <a:extLst>
              <a:ext uri="{FF2B5EF4-FFF2-40B4-BE49-F238E27FC236}">
                <a16:creationId xmlns:a16="http://schemas.microsoft.com/office/drawing/2014/main" id="{8BD7ADB6-67CA-17C8-99B9-A6318B91DDA1}"/>
              </a:ext>
            </a:extLst>
          </p:cNvPr>
          <p:cNvSpPr txBox="1"/>
          <p:nvPr/>
        </p:nvSpPr>
        <p:spPr>
          <a:xfrm>
            <a:off x="7698294" y="4394955"/>
            <a:ext cx="3167063"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dirty="0" err="1">
                <a:solidFill>
                  <a:srgbClr val="06B6D4"/>
                </a:solidFill>
                <a:latin typeface="Inter SemiBold"/>
                <a:ea typeface="Inter SemiBold"/>
                <a:cs typeface="Inter SemiBold"/>
                <a:sym typeface="Inter SemiBold"/>
              </a:rPr>
              <a:t>Luồng</a:t>
            </a:r>
            <a:r>
              <a:rPr lang="en-US" sz="1200" b="0" i="0" u="none" strike="noStrike" cap="none" dirty="0">
                <a:solidFill>
                  <a:srgbClr val="06B6D4"/>
                </a:solidFill>
                <a:latin typeface="Inter SemiBold"/>
                <a:ea typeface="Inter SemiBold"/>
                <a:cs typeface="Inter SemiBold"/>
                <a:sym typeface="Inter SemiBold"/>
              </a:rPr>
              <a:t> </a:t>
            </a:r>
            <a:r>
              <a:rPr lang="en-US" sz="1200" b="0" i="0" u="none" strike="noStrike" cap="none" dirty="0" err="1">
                <a:solidFill>
                  <a:srgbClr val="06B6D4"/>
                </a:solidFill>
                <a:latin typeface="Inter SemiBold"/>
                <a:ea typeface="Inter SemiBold"/>
                <a:cs typeface="Inter SemiBold"/>
                <a:sym typeface="Inter SemiBold"/>
              </a:rPr>
              <a:t>Xử</a:t>
            </a:r>
            <a:r>
              <a:rPr lang="en-US" sz="1200" b="0" i="0" u="none" strike="noStrike" cap="none" dirty="0">
                <a:solidFill>
                  <a:srgbClr val="06B6D4"/>
                </a:solidFill>
                <a:latin typeface="Inter SemiBold"/>
                <a:ea typeface="Inter SemiBold"/>
                <a:cs typeface="Inter SemiBold"/>
                <a:sym typeface="Inter SemiBold"/>
              </a:rPr>
              <a:t> Lý </a:t>
            </a:r>
            <a:r>
              <a:rPr lang="en-US" sz="1200" b="0" i="0" u="none" strike="noStrike" cap="none" dirty="0" err="1">
                <a:solidFill>
                  <a:srgbClr val="06B6D4"/>
                </a:solidFill>
                <a:latin typeface="Inter SemiBold"/>
                <a:ea typeface="Inter SemiBold"/>
                <a:cs typeface="Inter SemiBold"/>
                <a:sym typeface="Inter SemiBold"/>
              </a:rPr>
              <a:t>Mạng</a:t>
            </a:r>
            <a:r>
              <a:rPr lang="en-US" sz="1200" b="0" i="0" u="none" strike="noStrike" cap="none" dirty="0">
                <a:solidFill>
                  <a:srgbClr val="06B6D4"/>
                </a:solidFill>
                <a:latin typeface="Inter SemiBold"/>
                <a:ea typeface="Inter SemiBold"/>
                <a:cs typeface="Inter SemiBold"/>
                <a:sym typeface="Inter SemiBold"/>
              </a:rPr>
              <a:t> (ROS Executor Thread)</a:t>
            </a:r>
            <a:endParaRPr sz="1200" dirty="0"/>
          </a:p>
        </p:txBody>
      </p:sp>
      <p:sp>
        <p:nvSpPr>
          <p:cNvPr id="39" name="Google Shape;172;p16">
            <a:extLst>
              <a:ext uri="{FF2B5EF4-FFF2-40B4-BE49-F238E27FC236}">
                <a16:creationId xmlns:a16="http://schemas.microsoft.com/office/drawing/2014/main" id="{C26410A6-ED8C-B109-49FB-E8E8E9543394}"/>
              </a:ext>
            </a:extLst>
          </p:cNvPr>
          <p:cNvSpPr txBox="1"/>
          <p:nvPr/>
        </p:nvSpPr>
        <p:spPr>
          <a:xfrm>
            <a:off x="6986304" y="4647085"/>
            <a:ext cx="4591050" cy="16927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100" b="0" i="0" u="none" strike="noStrike" cap="none" dirty="0" err="1">
                <a:solidFill>
                  <a:srgbClr val="94A3B8"/>
                </a:solidFill>
                <a:latin typeface="Inter"/>
                <a:ea typeface="Inter"/>
                <a:cs typeface="Inter"/>
                <a:sym typeface="Inter"/>
              </a:rPr>
              <a:t>Thực</a:t>
            </a:r>
            <a:r>
              <a:rPr lang="en-US" sz="1100" b="0" i="0" u="none" strike="noStrike" cap="none" dirty="0">
                <a:solidFill>
                  <a:srgbClr val="94A3B8"/>
                </a:solidFill>
                <a:latin typeface="Inter"/>
                <a:ea typeface="Inter"/>
                <a:cs typeface="Inter"/>
                <a:sym typeface="Inter"/>
              </a:rPr>
              <a:t> </a:t>
            </a:r>
            <a:r>
              <a:rPr lang="en-US" sz="1100" b="0" i="0" u="none" strike="noStrike" cap="none" dirty="0" err="1">
                <a:solidFill>
                  <a:srgbClr val="94A3B8"/>
                </a:solidFill>
                <a:latin typeface="Inter"/>
                <a:ea typeface="Inter"/>
                <a:cs typeface="Inter"/>
                <a:sym typeface="Inter"/>
              </a:rPr>
              <a:t>thi</a:t>
            </a:r>
            <a:r>
              <a:rPr lang="en-US" sz="1100" b="0" i="0" u="none" strike="noStrike" cap="none" dirty="0">
                <a:solidFill>
                  <a:srgbClr val="94A3B8"/>
                </a:solidFill>
                <a:latin typeface="Inter"/>
                <a:ea typeface="Inter"/>
                <a:cs typeface="Inter"/>
                <a:sym typeface="Inter"/>
              </a:rPr>
              <a:t> </a:t>
            </a:r>
            <a:r>
              <a:rPr lang="en-US" sz="1100" b="0" i="0" u="none" strike="noStrike" cap="none" dirty="0" err="1">
                <a:solidFill>
                  <a:srgbClr val="94A3B8"/>
                </a:solidFill>
                <a:latin typeface="Inter"/>
                <a:ea typeface="Inter"/>
                <a:cs typeface="Inter"/>
                <a:sym typeface="Inter"/>
              </a:rPr>
              <a:t>rclcpp</a:t>
            </a:r>
            <a:r>
              <a:rPr lang="en-US" sz="1100" b="0" i="0" u="none" strike="noStrike" cap="none" dirty="0">
                <a:solidFill>
                  <a:srgbClr val="94A3B8"/>
                </a:solidFill>
                <a:latin typeface="Inter"/>
                <a:ea typeface="Inter"/>
                <a:cs typeface="Inter"/>
                <a:sym typeface="Inter"/>
              </a:rPr>
              <a:t>::spin() &amp; Subscription Callbacks</a:t>
            </a:r>
            <a:endParaRPr sz="1100" dirty="0"/>
          </a:p>
        </p:txBody>
      </p:sp>
    </p:spTree>
    <p:extLst>
      <p:ext uri="{BB962C8B-B14F-4D97-AF65-F5344CB8AC3E}">
        <p14:creationId xmlns:p14="http://schemas.microsoft.com/office/powerpoint/2010/main" val="4927223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D6894-A36A-8CD5-6AE3-D1F047EFBE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B134D2-26D8-6A9D-5260-9CE2E8CB28F5}"/>
              </a:ext>
            </a:extLst>
          </p:cNvPr>
          <p:cNvSpPr>
            <a:spLocks noGrp="1"/>
          </p:cNvSpPr>
          <p:nvPr>
            <p:ph type="title"/>
          </p:nvPr>
        </p:nvSpPr>
        <p:spPr/>
        <p:txBody>
          <a:bodyPr>
            <a:normAutofit/>
          </a:bodyPr>
          <a:lstStyle/>
          <a:p>
            <a:r>
              <a:rPr lang="en-VN" dirty="0"/>
              <a:t>2.</a:t>
            </a:r>
            <a:r>
              <a:rPr lang="en-US" dirty="0"/>
              <a:t>3</a:t>
            </a:r>
            <a:r>
              <a:rPr lang="en-VN" dirty="0"/>
              <a:t> </a:t>
            </a:r>
            <a:r>
              <a:rPr lang="en-US" dirty="0" err="1"/>
              <a:t>Máy</a:t>
            </a:r>
            <a:r>
              <a:rPr lang="en-US" dirty="0"/>
              <a:t> </a:t>
            </a:r>
            <a:r>
              <a:rPr lang="en-US" dirty="0" err="1"/>
              <a:t>trạng</a:t>
            </a:r>
            <a:r>
              <a:rPr lang="en-US" dirty="0"/>
              <a:t> </a:t>
            </a:r>
            <a:r>
              <a:rPr lang="en-US" dirty="0" err="1"/>
              <a:t>thái</a:t>
            </a:r>
            <a:r>
              <a:rPr lang="en-US" dirty="0"/>
              <a:t> (FSM)</a:t>
            </a:r>
            <a:endParaRPr lang="en-VN" dirty="0"/>
          </a:p>
        </p:txBody>
      </p:sp>
      <p:sp>
        <p:nvSpPr>
          <p:cNvPr id="4" name="Footer Placeholder 3">
            <a:extLst>
              <a:ext uri="{FF2B5EF4-FFF2-40B4-BE49-F238E27FC236}">
                <a16:creationId xmlns:a16="http://schemas.microsoft.com/office/drawing/2014/main" id="{393639DC-A673-D28D-905C-725E26D6E135}"/>
              </a:ext>
            </a:extLst>
          </p:cNvPr>
          <p:cNvSpPr>
            <a:spLocks noGrp="1"/>
          </p:cNvSpPr>
          <p:nvPr>
            <p:ph type="ftr" sz="quarter" idx="11"/>
          </p:nvPr>
        </p:nvSpPr>
        <p:spPr/>
        <p:txBody>
          <a:bodyPr/>
          <a:lstStyle/>
          <a:p>
            <a:r>
              <a:rPr lang="en-US"/>
              <a:t>Copyrights 2024 CE-UIT. All Rights Reserved.</a:t>
            </a:r>
            <a:endParaRPr lang="en-US" dirty="0"/>
          </a:p>
        </p:txBody>
      </p:sp>
      <p:sp>
        <p:nvSpPr>
          <p:cNvPr id="5" name="Slide Number Placeholder 4">
            <a:extLst>
              <a:ext uri="{FF2B5EF4-FFF2-40B4-BE49-F238E27FC236}">
                <a16:creationId xmlns:a16="http://schemas.microsoft.com/office/drawing/2014/main" id="{2BF7F26C-4389-38AE-E0FE-D8F7FB42D7F1}"/>
              </a:ext>
            </a:extLst>
          </p:cNvPr>
          <p:cNvSpPr>
            <a:spLocks noGrp="1"/>
          </p:cNvSpPr>
          <p:nvPr>
            <p:ph type="sldNum" sz="quarter" idx="12"/>
          </p:nvPr>
        </p:nvSpPr>
        <p:spPr/>
        <p:txBody>
          <a:bodyPr/>
          <a:lstStyle/>
          <a:p>
            <a:fld id="{48F63A3B-78C7-47BE-AE5E-E10140E04643}" type="slidenum">
              <a:rPr lang="en-US" smtClean="0"/>
              <a:pPr/>
              <a:t>8</a:t>
            </a:fld>
            <a:endParaRPr lang="en-US" dirty="0"/>
          </a:p>
        </p:txBody>
      </p:sp>
      <p:sp>
        <p:nvSpPr>
          <p:cNvPr id="9" name="Google Shape;158;p16">
            <a:extLst>
              <a:ext uri="{FF2B5EF4-FFF2-40B4-BE49-F238E27FC236}">
                <a16:creationId xmlns:a16="http://schemas.microsoft.com/office/drawing/2014/main" id="{94C8124D-7761-EE2D-4258-94F326079E73}"/>
              </a:ext>
            </a:extLst>
          </p:cNvPr>
          <p:cNvSpPr txBox="1"/>
          <p:nvPr/>
        </p:nvSpPr>
        <p:spPr>
          <a:xfrm>
            <a:off x="571499" y="1891754"/>
            <a:ext cx="5907123" cy="307777"/>
          </a:xfrm>
          <a:prstGeom prst="rect">
            <a:avLst/>
          </a:prstGeom>
          <a:noFill/>
          <a:ln>
            <a:noFill/>
          </a:ln>
        </p:spPr>
        <p:txBody>
          <a:bodyPr spcFirstLastPara="1" wrap="square" lIns="0" tIns="0" rIns="0" bIns="0" anchor="t" anchorCtr="0">
            <a:spAutoFit/>
          </a:bodyPr>
          <a:lstStyle/>
          <a:p>
            <a:pPr lvl="0"/>
            <a:r>
              <a:rPr lang="en-US" sz="2000" b="1" dirty="0" err="1">
                <a:solidFill>
                  <a:srgbClr val="10B981"/>
                </a:solidFill>
                <a:latin typeface="+mj-lt"/>
                <a:ea typeface="Poppins SemiBold"/>
                <a:cs typeface="Poppins SemiBold"/>
                <a:sym typeface="Poppins SemiBold"/>
              </a:rPr>
              <a:t>Tích</a:t>
            </a:r>
            <a:r>
              <a:rPr lang="en-US" sz="2000" b="1" dirty="0">
                <a:solidFill>
                  <a:srgbClr val="10B981"/>
                </a:solidFill>
                <a:latin typeface="+mj-lt"/>
                <a:ea typeface="Poppins SemiBold"/>
                <a:cs typeface="Poppins SemiBold"/>
                <a:sym typeface="Poppins SemiBold"/>
              </a:rPr>
              <a:t> </a:t>
            </a:r>
            <a:r>
              <a:rPr lang="en-US" sz="2000" b="1" dirty="0" err="1">
                <a:solidFill>
                  <a:srgbClr val="10B981"/>
                </a:solidFill>
                <a:latin typeface="+mj-lt"/>
                <a:ea typeface="Poppins SemiBold"/>
                <a:cs typeface="Poppins SemiBold"/>
                <a:sym typeface="Poppins SemiBold"/>
              </a:rPr>
              <a:t>hợp</a:t>
            </a:r>
            <a:r>
              <a:rPr lang="en-US" sz="2000" b="1" dirty="0">
                <a:solidFill>
                  <a:srgbClr val="10B981"/>
                </a:solidFill>
                <a:latin typeface="+mj-lt"/>
                <a:ea typeface="Poppins SemiBold"/>
                <a:cs typeface="Poppins SemiBold"/>
                <a:sym typeface="Poppins SemiBold"/>
              </a:rPr>
              <a:t> </a:t>
            </a:r>
            <a:r>
              <a:rPr lang="en-US" sz="2000" b="1" dirty="0" err="1">
                <a:solidFill>
                  <a:srgbClr val="10B981"/>
                </a:solidFill>
                <a:latin typeface="+mj-lt"/>
                <a:ea typeface="Poppins SemiBold"/>
                <a:cs typeface="Poppins SemiBold"/>
                <a:sym typeface="Poppins SemiBold"/>
              </a:rPr>
              <a:t>mô</a:t>
            </a:r>
            <a:r>
              <a:rPr lang="en-US" sz="2000" b="1" dirty="0">
                <a:solidFill>
                  <a:srgbClr val="10B981"/>
                </a:solidFill>
                <a:latin typeface="+mj-lt"/>
                <a:ea typeface="Poppins SemiBold"/>
                <a:cs typeface="Poppins SemiBold"/>
                <a:sym typeface="Poppins SemiBold"/>
              </a:rPr>
              <a:t> </a:t>
            </a:r>
            <a:r>
              <a:rPr lang="en-US" sz="2000" b="1" dirty="0" err="1">
                <a:solidFill>
                  <a:srgbClr val="10B981"/>
                </a:solidFill>
                <a:latin typeface="+mj-lt"/>
                <a:ea typeface="Poppins SemiBold"/>
                <a:cs typeface="Poppins SemiBold"/>
                <a:sym typeface="Poppins SemiBold"/>
              </a:rPr>
              <a:t>hình</a:t>
            </a:r>
            <a:r>
              <a:rPr lang="en-US" sz="2000" b="1" dirty="0">
                <a:solidFill>
                  <a:srgbClr val="10B981"/>
                </a:solidFill>
                <a:latin typeface="+mj-lt"/>
                <a:ea typeface="Poppins SemiBold"/>
                <a:cs typeface="Poppins SemiBold"/>
                <a:sym typeface="Poppins SemiBold"/>
              </a:rPr>
              <a:t> </a:t>
            </a:r>
            <a:r>
              <a:rPr lang="en-US" sz="2000" b="1" dirty="0" err="1">
                <a:solidFill>
                  <a:srgbClr val="10B981"/>
                </a:solidFill>
                <a:latin typeface="+mj-lt"/>
                <a:ea typeface="Poppins SemiBold"/>
                <a:cs typeface="Poppins SemiBold"/>
                <a:sym typeface="Poppins SemiBold"/>
              </a:rPr>
              <a:t>toán</a:t>
            </a:r>
            <a:r>
              <a:rPr lang="en-US" sz="2000" b="1" dirty="0">
                <a:solidFill>
                  <a:srgbClr val="10B981"/>
                </a:solidFill>
                <a:latin typeface="+mj-lt"/>
                <a:ea typeface="Poppins SemiBold"/>
                <a:cs typeface="Poppins SemiBold"/>
                <a:sym typeface="Poppins SemiBold"/>
              </a:rPr>
              <a:t> </a:t>
            </a:r>
            <a:r>
              <a:rPr lang="en-US" sz="2000" b="1" dirty="0" err="1">
                <a:solidFill>
                  <a:srgbClr val="10B981"/>
                </a:solidFill>
                <a:latin typeface="+mj-lt"/>
                <a:ea typeface="Poppins SemiBold"/>
                <a:cs typeface="Poppins SemiBold"/>
                <a:sym typeface="Poppins SemiBold"/>
              </a:rPr>
              <a:t>học</a:t>
            </a:r>
            <a:r>
              <a:rPr lang="en-US" sz="2000" b="1" dirty="0">
                <a:solidFill>
                  <a:srgbClr val="10B981"/>
                </a:solidFill>
                <a:latin typeface="+mj-lt"/>
                <a:ea typeface="Poppins SemiBold"/>
                <a:cs typeface="Poppins SemiBold"/>
                <a:sym typeface="Poppins SemiBold"/>
              </a:rPr>
              <a:t> </a:t>
            </a:r>
            <a:r>
              <a:rPr lang="en-US" sz="2000" b="1" dirty="0" err="1">
                <a:solidFill>
                  <a:srgbClr val="10B981"/>
                </a:solidFill>
                <a:latin typeface="+mj-lt"/>
                <a:ea typeface="Poppins SemiBold"/>
                <a:cs typeface="Poppins SemiBold"/>
                <a:sym typeface="Poppins SemiBold"/>
              </a:rPr>
              <a:t>Yakindu</a:t>
            </a:r>
            <a:r>
              <a:rPr lang="en-US" sz="2000" b="1" dirty="0">
                <a:solidFill>
                  <a:srgbClr val="10B981"/>
                </a:solidFill>
                <a:latin typeface="+mj-lt"/>
                <a:ea typeface="Poppins SemiBold"/>
                <a:cs typeface="Poppins SemiBold"/>
                <a:sym typeface="Poppins SemiBold"/>
              </a:rPr>
              <a:t> SCT</a:t>
            </a:r>
            <a:endParaRPr sz="2000" b="1" dirty="0">
              <a:latin typeface="+mj-lt"/>
            </a:endParaRPr>
          </a:p>
        </p:txBody>
      </p:sp>
      <p:sp>
        <p:nvSpPr>
          <p:cNvPr id="11" name="TextBox 10">
            <a:extLst>
              <a:ext uri="{FF2B5EF4-FFF2-40B4-BE49-F238E27FC236}">
                <a16:creationId xmlns:a16="http://schemas.microsoft.com/office/drawing/2014/main" id="{5FCF6E39-10B2-B15D-125D-787DCD1BBFF0}"/>
              </a:ext>
            </a:extLst>
          </p:cNvPr>
          <p:cNvSpPr txBox="1"/>
          <p:nvPr/>
        </p:nvSpPr>
        <p:spPr>
          <a:xfrm>
            <a:off x="493678" y="2254263"/>
            <a:ext cx="5984945" cy="1477328"/>
          </a:xfrm>
          <a:prstGeom prst="rect">
            <a:avLst/>
          </a:prstGeom>
          <a:noFill/>
        </p:spPr>
        <p:txBody>
          <a:bodyPr wrap="square">
            <a:spAutoFit/>
          </a:bodyPr>
          <a:lstStyle/>
          <a:p>
            <a:pPr algn="just"/>
            <a:r>
              <a:rPr lang="vi-VN" sz="1500" dirty="0">
                <a:latin typeface="+mj-lt"/>
              </a:rPr>
              <a:t>Để kiểm soát luồng điều hướng màn hình một cách chặt chẽ và loại bỏ hoàn toàn các lỗi chạy đua giao diện (UI race conditions), hệ thống thiết kế một máy trạng thái hữu hạn (FSM) từ công cụ </a:t>
            </a:r>
            <a:r>
              <a:rPr lang="vi-VN" sz="1500" b="1" dirty="0">
                <a:latin typeface="+mj-lt"/>
              </a:rPr>
              <a:t>Yakindu Statechart Tools</a:t>
            </a:r>
            <a:r>
              <a:rPr lang="vi-VN" sz="1500" dirty="0">
                <a:latin typeface="+mj-lt"/>
              </a:rPr>
              <a:t>.</a:t>
            </a:r>
          </a:p>
          <a:p>
            <a:pPr algn="just"/>
            <a:r>
              <a:rPr lang="vi-VN" sz="1500" dirty="0">
                <a:latin typeface="+mj-lt"/>
              </a:rPr>
              <a:t>Sơ đồ được biên dịch trực tiếp thành mã nguồn C nguyên bản và nhúng thẳng vào lớp lõi điều khiển Core giúp hệ thống tối ưu hóa dung lượng bộ nhớ.</a:t>
            </a:r>
            <a:endParaRPr lang="en-US" sz="1500" dirty="0">
              <a:latin typeface="+mj-lt"/>
            </a:endParaRPr>
          </a:p>
        </p:txBody>
      </p:sp>
      <p:sp>
        <p:nvSpPr>
          <p:cNvPr id="13" name="Google Shape;158;p16">
            <a:extLst>
              <a:ext uri="{FF2B5EF4-FFF2-40B4-BE49-F238E27FC236}">
                <a16:creationId xmlns:a16="http://schemas.microsoft.com/office/drawing/2014/main" id="{0798F92E-A60F-2F80-0A26-BC2F3284892F}"/>
              </a:ext>
            </a:extLst>
          </p:cNvPr>
          <p:cNvSpPr txBox="1"/>
          <p:nvPr/>
        </p:nvSpPr>
        <p:spPr>
          <a:xfrm>
            <a:off x="571500" y="3786323"/>
            <a:ext cx="5907122" cy="307777"/>
          </a:xfrm>
          <a:prstGeom prst="rect">
            <a:avLst/>
          </a:prstGeom>
          <a:noFill/>
          <a:ln>
            <a:noFill/>
          </a:ln>
        </p:spPr>
        <p:txBody>
          <a:bodyPr spcFirstLastPara="1" wrap="square" lIns="0" tIns="0" rIns="0" bIns="0" anchor="t" anchorCtr="0">
            <a:spAutoFit/>
          </a:bodyPr>
          <a:lstStyle/>
          <a:p>
            <a:pPr lvl="0"/>
            <a:r>
              <a:rPr lang="vi-VN" sz="2000" b="1" dirty="0">
                <a:solidFill>
                  <a:srgbClr val="10B981"/>
                </a:solidFill>
                <a:latin typeface="+mj-lt"/>
                <a:ea typeface="Poppins SemiBold"/>
                <a:cs typeface="Poppins SemiBold"/>
                <a:sym typeface="Poppins SemiBold"/>
              </a:rPr>
              <a:t>Cơ chế quản lý lớp phủ đặc biệt (Z-Overlay)</a:t>
            </a:r>
          </a:p>
        </p:txBody>
      </p:sp>
      <p:sp>
        <p:nvSpPr>
          <p:cNvPr id="15" name="TextBox 14">
            <a:extLst>
              <a:ext uri="{FF2B5EF4-FFF2-40B4-BE49-F238E27FC236}">
                <a16:creationId xmlns:a16="http://schemas.microsoft.com/office/drawing/2014/main" id="{2A3AA98D-C035-3546-6DEA-2ABF774C2807}"/>
              </a:ext>
            </a:extLst>
          </p:cNvPr>
          <p:cNvSpPr txBox="1"/>
          <p:nvPr/>
        </p:nvSpPr>
        <p:spPr>
          <a:xfrm>
            <a:off x="493679" y="4176703"/>
            <a:ext cx="5984944" cy="1246495"/>
          </a:xfrm>
          <a:prstGeom prst="rect">
            <a:avLst/>
          </a:prstGeom>
          <a:noFill/>
        </p:spPr>
        <p:txBody>
          <a:bodyPr wrap="square">
            <a:spAutoFit/>
          </a:bodyPr>
          <a:lstStyle/>
          <a:p>
            <a:pPr algn="just"/>
            <a:r>
              <a:rPr lang="vi-VN" sz="1500" b="1" dirty="0">
                <a:latin typeface="+mj-lt"/>
              </a:rPr>
              <a:t>SysCheckView (z = 150): </a:t>
            </a:r>
            <a:r>
              <a:rPr lang="vi-VN" sz="1500" dirty="0">
                <a:latin typeface="+mj-lt"/>
              </a:rPr>
              <a:t>Lớp phủ ưu tiên cao nhất, chặn tương tác và tự động kích hoạt lúc khởi động để chạy các bài test an toàn phần cứng.</a:t>
            </a:r>
          </a:p>
          <a:p>
            <a:pPr algn="just"/>
            <a:r>
              <a:rPr lang="vi-VN" sz="1500" b="1" dirty="0">
                <a:latin typeface="+mj-lt"/>
              </a:rPr>
              <a:t>StandbyView (z = 100):</a:t>
            </a:r>
            <a:r>
              <a:rPr lang="vi-VN" sz="1500" dirty="0">
                <a:latin typeface="+mj-lt"/>
              </a:rPr>
              <a:t> Lớp phủ chờ tiết kiệm năng lượng. Tự động hiển thị hoạt ảnh mắt robot dễ thương khi hệ thống không có tương tác vượt quá thời gian cấu hình (0-15 phút).</a:t>
            </a:r>
          </a:p>
        </p:txBody>
      </p:sp>
      <p:pic>
        <p:nvPicPr>
          <p:cNvPr id="17" name="Google Shape;184;p17" descr="image.png">
            <a:extLst>
              <a:ext uri="{FF2B5EF4-FFF2-40B4-BE49-F238E27FC236}">
                <a16:creationId xmlns:a16="http://schemas.microsoft.com/office/drawing/2014/main" id="{107F6C8E-B79F-793A-9176-DFF598A80FC2}"/>
              </a:ext>
            </a:extLst>
          </p:cNvPr>
          <p:cNvPicPr preferRelativeResize="0"/>
          <p:nvPr/>
        </p:nvPicPr>
        <p:blipFill rotWithShape="1">
          <a:blip r:embed="rId2">
            <a:alphaModFix/>
          </a:blip>
          <a:srcRect/>
          <a:stretch/>
        </p:blipFill>
        <p:spPr>
          <a:xfrm>
            <a:off x="6771382" y="2443162"/>
            <a:ext cx="4849117" cy="2714625"/>
          </a:xfrm>
          <a:prstGeom prst="rect">
            <a:avLst/>
          </a:prstGeom>
          <a:noFill/>
          <a:ln>
            <a:noFill/>
          </a:ln>
        </p:spPr>
      </p:pic>
      <p:pic>
        <p:nvPicPr>
          <p:cNvPr id="19" name="Google Shape;185;p17" descr="image.png">
            <a:extLst>
              <a:ext uri="{FF2B5EF4-FFF2-40B4-BE49-F238E27FC236}">
                <a16:creationId xmlns:a16="http://schemas.microsoft.com/office/drawing/2014/main" id="{043A11D7-3C8D-92B0-9AF9-FFE08D5AFE75}"/>
              </a:ext>
            </a:extLst>
          </p:cNvPr>
          <p:cNvPicPr preferRelativeResize="0"/>
          <p:nvPr/>
        </p:nvPicPr>
        <p:blipFill rotWithShape="1">
          <a:blip r:embed="rId3">
            <a:alphaModFix/>
          </a:blip>
          <a:srcRect/>
          <a:stretch/>
        </p:blipFill>
        <p:spPr>
          <a:xfrm>
            <a:off x="8286303" y="3100387"/>
            <a:ext cx="1819275" cy="352425"/>
          </a:xfrm>
          <a:prstGeom prst="rect">
            <a:avLst/>
          </a:prstGeom>
          <a:noFill/>
          <a:ln>
            <a:noFill/>
          </a:ln>
        </p:spPr>
      </p:pic>
      <p:pic>
        <p:nvPicPr>
          <p:cNvPr id="21" name="Google Shape;186;p17" descr="image.png">
            <a:extLst>
              <a:ext uri="{FF2B5EF4-FFF2-40B4-BE49-F238E27FC236}">
                <a16:creationId xmlns:a16="http://schemas.microsoft.com/office/drawing/2014/main" id="{825CC288-795E-AD16-DD84-052D25EFCFF5}"/>
              </a:ext>
            </a:extLst>
          </p:cNvPr>
          <p:cNvPicPr preferRelativeResize="0"/>
          <p:nvPr/>
        </p:nvPicPr>
        <p:blipFill rotWithShape="1">
          <a:blip r:embed="rId4">
            <a:alphaModFix/>
          </a:blip>
          <a:srcRect/>
          <a:stretch/>
        </p:blipFill>
        <p:spPr>
          <a:xfrm>
            <a:off x="7019032" y="3643312"/>
            <a:ext cx="2014983" cy="361950"/>
          </a:xfrm>
          <a:prstGeom prst="rect">
            <a:avLst/>
          </a:prstGeom>
          <a:noFill/>
          <a:ln>
            <a:noFill/>
          </a:ln>
        </p:spPr>
      </p:pic>
      <p:pic>
        <p:nvPicPr>
          <p:cNvPr id="23" name="Google Shape;187;p17" descr="image.png">
            <a:extLst>
              <a:ext uri="{FF2B5EF4-FFF2-40B4-BE49-F238E27FC236}">
                <a16:creationId xmlns:a16="http://schemas.microsoft.com/office/drawing/2014/main" id="{D55A65C2-57D5-DA57-8733-9A8CF7091454}"/>
              </a:ext>
            </a:extLst>
          </p:cNvPr>
          <p:cNvPicPr preferRelativeResize="0"/>
          <p:nvPr/>
        </p:nvPicPr>
        <p:blipFill rotWithShape="1">
          <a:blip r:embed="rId5">
            <a:alphaModFix/>
          </a:blip>
          <a:srcRect/>
          <a:stretch/>
        </p:blipFill>
        <p:spPr>
          <a:xfrm>
            <a:off x="9357866" y="3643312"/>
            <a:ext cx="2014983" cy="361950"/>
          </a:xfrm>
          <a:prstGeom prst="rect">
            <a:avLst/>
          </a:prstGeom>
          <a:noFill/>
          <a:ln>
            <a:noFill/>
          </a:ln>
        </p:spPr>
      </p:pic>
      <p:pic>
        <p:nvPicPr>
          <p:cNvPr id="25" name="Google Shape;188;p17" descr="image.png">
            <a:extLst>
              <a:ext uri="{FF2B5EF4-FFF2-40B4-BE49-F238E27FC236}">
                <a16:creationId xmlns:a16="http://schemas.microsoft.com/office/drawing/2014/main" id="{836FE201-5327-AE60-9967-6922D590946B}"/>
              </a:ext>
            </a:extLst>
          </p:cNvPr>
          <p:cNvPicPr preferRelativeResize="0"/>
          <p:nvPr/>
        </p:nvPicPr>
        <p:blipFill rotWithShape="1">
          <a:blip r:embed="rId6">
            <a:alphaModFix/>
          </a:blip>
          <a:srcRect/>
          <a:stretch/>
        </p:blipFill>
        <p:spPr>
          <a:xfrm>
            <a:off x="7019032" y="4548187"/>
            <a:ext cx="2129283" cy="361950"/>
          </a:xfrm>
          <a:prstGeom prst="rect">
            <a:avLst/>
          </a:prstGeom>
          <a:noFill/>
          <a:ln>
            <a:noFill/>
          </a:ln>
        </p:spPr>
      </p:pic>
      <p:pic>
        <p:nvPicPr>
          <p:cNvPr id="27" name="Google Shape;189;p17" descr="image.png">
            <a:extLst>
              <a:ext uri="{FF2B5EF4-FFF2-40B4-BE49-F238E27FC236}">
                <a16:creationId xmlns:a16="http://schemas.microsoft.com/office/drawing/2014/main" id="{A96BB952-760B-185E-799A-61BECBEBD087}"/>
              </a:ext>
            </a:extLst>
          </p:cNvPr>
          <p:cNvPicPr preferRelativeResize="0"/>
          <p:nvPr/>
        </p:nvPicPr>
        <p:blipFill rotWithShape="1">
          <a:blip r:embed="rId7">
            <a:alphaModFix/>
          </a:blip>
          <a:srcRect/>
          <a:stretch/>
        </p:blipFill>
        <p:spPr>
          <a:xfrm>
            <a:off x="9243566" y="4548187"/>
            <a:ext cx="2129283" cy="361950"/>
          </a:xfrm>
          <a:prstGeom prst="rect">
            <a:avLst/>
          </a:prstGeom>
          <a:noFill/>
          <a:ln>
            <a:noFill/>
          </a:ln>
        </p:spPr>
      </p:pic>
      <p:sp>
        <p:nvSpPr>
          <p:cNvPr id="29" name="Google Shape;197;p17">
            <a:extLst>
              <a:ext uri="{FF2B5EF4-FFF2-40B4-BE49-F238E27FC236}">
                <a16:creationId xmlns:a16="http://schemas.microsoft.com/office/drawing/2014/main" id="{EC419265-2D44-E8E9-B89B-27B149C180FD}"/>
              </a:ext>
            </a:extLst>
          </p:cNvPr>
          <p:cNvSpPr txBox="1"/>
          <p:nvPr/>
        </p:nvSpPr>
        <p:spPr>
          <a:xfrm>
            <a:off x="6910186" y="2690812"/>
            <a:ext cx="4571508" cy="230832"/>
          </a:xfrm>
          <a:prstGeom prst="rect">
            <a:avLst/>
          </a:prstGeom>
          <a:noFill/>
          <a:ln>
            <a:noFill/>
          </a:ln>
        </p:spPr>
        <p:txBody>
          <a:bodyPr spcFirstLastPara="1" wrap="square" lIns="142875" tIns="0" rIns="0" bIns="0" anchor="t" anchorCtr="0">
            <a:spAutoFit/>
          </a:bodyPr>
          <a:lstStyle/>
          <a:p>
            <a:pPr marL="0" marR="0" lvl="0" indent="0" algn="ctr" rtl="0">
              <a:spcBef>
                <a:spcPts val="0"/>
              </a:spcBef>
              <a:spcAft>
                <a:spcPts val="0"/>
              </a:spcAft>
              <a:buNone/>
            </a:pPr>
            <a:r>
              <a:rPr lang="en-US" sz="1500" b="0" i="0" u="none" strike="noStrike" cap="none" dirty="0">
                <a:solidFill>
                  <a:srgbClr val="10B981"/>
                </a:solidFill>
                <a:latin typeface="+mj-lt"/>
                <a:ea typeface="Poppins SemiBold"/>
                <a:cs typeface="Poppins SemiBold"/>
                <a:sym typeface="Poppins SemiBold"/>
              </a:rPr>
              <a:t>Các </a:t>
            </a:r>
            <a:r>
              <a:rPr lang="en-US" sz="1500" b="0" i="0" u="none" strike="noStrike" cap="none" dirty="0" err="1">
                <a:solidFill>
                  <a:srgbClr val="10B981"/>
                </a:solidFill>
                <a:latin typeface="+mj-lt"/>
                <a:ea typeface="Poppins SemiBold"/>
                <a:cs typeface="Poppins SemiBold"/>
                <a:sym typeface="Poppins SemiBold"/>
              </a:rPr>
              <a:t>trạng</a:t>
            </a:r>
            <a:r>
              <a:rPr lang="en-US" sz="1500" b="0" i="0" u="none" strike="noStrike" cap="none" dirty="0">
                <a:solidFill>
                  <a:srgbClr val="10B981"/>
                </a:solidFill>
                <a:latin typeface="+mj-lt"/>
                <a:ea typeface="Poppins SemiBold"/>
                <a:cs typeface="Poppins SemiBold"/>
                <a:sym typeface="Poppins SemiBold"/>
              </a:rPr>
              <a:t> </a:t>
            </a:r>
            <a:r>
              <a:rPr lang="en-US" sz="1500" b="0" i="0" u="none" strike="noStrike" cap="none" dirty="0" err="1">
                <a:solidFill>
                  <a:srgbClr val="10B981"/>
                </a:solidFill>
                <a:latin typeface="+mj-lt"/>
                <a:ea typeface="Poppins SemiBold"/>
                <a:cs typeface="Poppins SemiBold"/>
                <a:sym typeface="Poppins SemiBold"/>
              </a:rPr>
              <a:t>thái</a:t>
            </a:r>
            <a:r>
              <a:rPr lang="en-US" sz="1500" b="0" i="0" u="none" strike="noStrike" cap="none" dirty="0">
                <a:solidFill>
                  <a:srgbClr val="10B981"/>
                </a:solidFill>
                <a:latin typeface="+mj-lt"/>
                <a:ea typeface="Poppins SemiBold"/>
                <a:cs typeface="Poppins SemiBold"/>
                <a:sym typeface="Poppins SemiBold"/>
              </a:rPr>
              <a:t> </a:t>
            </a:r>
            <a:r>
              <a:rPr lang="en-US" sz="1500" b="0" i="0" u="none" strike="noStrike" cap="none" dirty="0" err="1">
                <a:solidFill>
                  <a:srgbClr val="10B981"/>
                </a:solidFill>
                <a:latin typeface="+mj-lt"/>
                <a:ea typeface="Poppins SemiBold"/>
                <a:cs typeface="Poppins SemiBold"/>
                <a:sym typeface="Poppins SemiBold"/>
              </a:rPr>
              <a:t>màn</a:t>
            </a:r>
            <a:r>
              <a:rPr lang="en-US" sz="1500" b="0" i="0" u="none" strike="noStrike" cap="none" dirty="0">
                <a:solidFill>
                  <a:srgbClr val="10B981"/>
                </a:solidFill>
                <a:latin typeface="+mj-lt"/>
                <a:ea typeface="Poppins SemiBold"/>
                <a:cs typeface="Poppins SemiBold"/>
                <a:sym typeface="Poppins SemiBold"/>
              </a:rPr>
              <a:t> </a:t>
            </a:r>
            <a:r>
              <a:rPr lang="en-US" sz="1500" b="0" i="0" u="none" strike="noStrike" cap="none" dirty="0" err="1">
                <a:solidFill>
                  <a:srgbClr val="10B981"/>
                </a:solidFill>
                <a:latin typeface="+mj-lt"/>
                <a:ea typeface="Poppins SemiBold"/>
                <a:cs typeface="Poppins SemiBold"/>
                <a:sym typeface="Poppins SemiBold"/>
              </a:rPr>
              <a:t>hình</a:t>
            </a:r>
            <a:r>
              <a:rPr lang="en-US" sz="1500" b="0" i="0" u="none" strike="noStrike" cap="none" dirty="0">
                <a:solidFill>
                  <a:srgbClr val="10B981"/>
                </a:solidFill>
                <a:latin typeface="+mj-lt"/>
                <a:ea typeface="Poppins SemiBold"/>
                <a:cs typeface="Poppins SemiBold"/>
                <a:sym typeface="Poppins SemiBold"/>
              </a:rPr>
              <a:t> </a:t>
            </a:r>
            <a:r>
              <a:rPr lang="en-US" sz="1500" b="0" i="0" u="none" strike="noStrike" cap="none" dirty="0" err="1">
                <a:solidFill>
                  <a:srgbClr val="10B981"/>
                </a:solidFill>
                <a:latin typeface="+mj-lt"/>
                <a:ea typeface="Poppins SemiBold"/>
                <a:cs typeface="Poppins SemiBold"/>
                <a:sym typeface="Poppins SemiBold"/>
              </a:rPr>
              <a:t>chính</a:t>
            </a:r>
            <a:endParaRPr sz="1500" dirty="0">
              <a:latin typeface="+mj-lt"/>
            </a:endParaRPr>
          </a:p>
        </p:txBody>
      </p:sp>
      <p:pic>
        <p:nvPicPr>
          <p:cNvPr id="31" name="Google Shape;200;p17" descr="image.png">
            <a:extLst>
              <a:ext uri="{FF2B5EF4-FFF2-40B4-BE49-F238E27FC236}">
                <a16:creationId xmlns:a16="http://schemas.microsoft.com/office/drawing/2014/main" id="{B575EA2F-3ECA-16E5-C092-E28042395411}"/>
              </a:ext>
            </a:extLst>
          </p:cNvPr>
          <p:cNvPicPr preferRelativeResize="0"/>
          <p:nvPr/>
        </p:nvPicPr>
        <p:blipFill rotWithShape="1">
          <a:blip r:embed="rId8">
            <a:alphaModFix/>
          </a:blip>
          <a:srcRect/>
          <a:stretch/>
        </p:blipFill>
        <p:spPr>
          <a:xfrm>
            <a:off x="7809823" y="2728912"/>
            <a:ext cx="142875" cy="142875"/>
          </a:xfrm>
          <a:prstGeom prst="rect">
            <a:avLst/>
          </a:prstGeom>
          <a:noFill/>
          <a:ln>
            <a:noFill/>
          </a:ln>
        </p:spPr>
      </p:pic>
      <p:cxnSp>
        <p:nvCxnSpPr>
          <p:cNvPr id="37" name="Straight Arrow Connector 36">
            <a:extLst>
              <a:ext uri="{FF2B5EF4-FFF2-40B4-BE49-F238E27FC236}">
                <a16:creationId xmlns:a16="http://schemas.microsoft.com/office/drawing/2014/main" id="{499C250A-420E-1D17-E311-0C00FD123812}"/>
              </a:ext>
            </a:extLst>
          </p:cNvPr>
          <p:cNvCxnSpPr>
            <a:cxnSpLocks/>
          </p:cNvCxnSpPr>
          <p:nvPr/>
        </p:nvCxnSpPr>
        <p:spPr>
          <a:xfrm>
            <a:off x="9034015" y="3785375"/>
            <a:ext cx="323851" cy="0"/>
          </a:xfrm>
          <a:prstGeom prst="straightConnector1">
            <a:avLst/>
          </a:prstGeom>
          <a:ln w="22225" cap="rnd">
            <a:solidFill>
              <a:schemeClr val="accent3">
                <a:lumMod val="50000"/>
              </a:schemeClr>
            </a:solidFill>
            <a:round/>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5CF2F62E-3A91-40C6-E4EA-EF9E9476F3B3}"/>
              </a:ext>
            </a:extLst>
          </p:cNvPr>
          <p:cNvCxnSpPr/>
          <p:nvPr/>
        </p:nvCxnSpPr>
        <p:spPr>
          <a:xfrm flipH="1">
            <a:off x="9034015" y="3901299"/>
            <a:ext cx="323851" cy="0"/>
          </a:xfrm>
          <a:prstGeom prst="straightConnector1">
            <a:avLst/>
          </a:prstGeom>
          <a:ln w="22225" cap="rnd">
            <a:solidFill>
              <a:schemeClr val="accent3">
                <a:lumMod val="50000"/>
              </a:schemeClr>
            </a:solidFill>
            <a:round/>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BE6F1F04-DA3F-1ADE-B42D-534500D3980F}"/>
              </a:ext>
            </a:extLst>
          </p:cNvPr>
          <p:cNvCxnSpPr>
            <a:stCxn id="25" idx="0"/>
          </p:cNvCxnSpPr>
          <p:nvPr/>
        </p:nvCxnSpPr>
        <p:spPr>
          <a:xfrm flipH="1" flipV="1">
            <a:off x="8083673" y="4005262"/>
            <a:ext cx="1" cy="542925"/>
          </a:xfrm>
          <a:prstGeom prst="straightConnector1">
            <a:avLst/>
          </a:prstGeom>
          <a:ln w="22225" cap="rnd">
            <a:solidFill>
              <a:schemeClr val="accent3">
                <a:lumMod val="50000"/>
              </a:schemeClr>
            </a:solidFill>
            <a:round/>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F9D8E8DB-DDCC-1F54-DAF4-60C63424D086}"/>
              </a:ext>
            </a:extLst>
          </p:cNvPr>
          <p:cNvCxnSpPr/>
          <p:nvPr/>
        </p:nvCxnSpPr>
        <p:spPr>
          <a:xfrm>
            <a:off x="7941766" y="4005262"/>
            <a:ext cx="0" cy="542925"/>
          </a:xfrm>
          <a:prstGeom prst="straightConnector1">
            <a:avLst/>
          </a:prstGeom>
          <a:ln w="22225" cap="rnd">
            <a:solidFill>
              <a:schemeClr val="accent3">
                <a:lumMod val="50000"/>
              </a:schemeClr>
            </a:solidFill>
            <a:round/>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F988A438-39D8-7C1F-A938-2D7DB3E306A4}"/>
              </a:ext>
            </a:extLst>
          </p:cNvPr>
          <p:cNvCxnSpPr>
            <a:cxnSpLocks/>
          </p:cNvCxnSpPr>
          <p:nvPr/>
        </p:nvCxnSpPr>
        <p:spPr>
          <a:xfrm>
            <a:off x="8729692" y="4005262"/>
            <a:ext cx="1375886" cy="515732"/>
          </a:xfrm>
          <a:prstGeom prst="straightConnector1">
            <a:avLst/>
          </a:prstGeom>
          <a:ln w="22225" cap="rnd">
            <a:solidFill>
              <a:schemeClr val="accent3">
                <a:lumMod val="50000"/>
              </a:schemeClr>
            </a:solidFill>
            <a:round/>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FFAD39D0-75FA-714F-D366-89B8B46F1DA2}"/>
              </a:ext>
            </a:extLst>
          </p:cNvPr>
          <p:cNvCxnSpPr/>
          <p:nvPr/>
        </p:nvCxnSpPr>
        <p:spPr>
          <a:xfrm flipH="1" flipV="1">
            <a:off x="8424153" y="4005262"/>
            <a:ext cx="1507787" cy="542925"/>
          </a:xfrm>
          <a:prstGeom prst="straightConnector1">
            <a:avLst/>
          </a:prstGeom>
          <a:ln w="22225" cap="rnd">
            <a:solidFill>
              <a:schemeClr val="accent3">
                <a:lumMod val="50000"/>
              </a:schemeClr>
            </a:solidFill>
            <a:roun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20063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9F646-4BC3-881A-8AC5-C6BABFB56B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AED032-32F1-6269-00BB-E71ABB4EE2C8}"/>
              </a:ext>
            </a:extLst>
          </p:cNvPr>
          <p:cNvSpPr>
            <a:spLocks noGrp="1"/>
          </p:cNvSpPr>
          <p:nvPr>
            <p:ph type="title"/>
          </p:nvPr>
        </p:nvSpPr>
        <p:spPr>
          <a:xfrm>
            <a:off x="657226" y="1248199"/>
            <a:ext cx="10889506" cy="590330"/>
          </a:xfrm>
        </p:spPr>
        <p:txBody>
          <a:bodyPr anchor="ctr">
            <a:normAutofit/>
          </a:bodyPr>
          <a:lstStyle/>
          <a:p>
            <a:r>
              <a:rPr lang="en-VN" sz="3100" dirty="0"/>
              <a:t>2.</a:t>
            </a:r>
            <a:r>
              <a:rPr lang="en-US" sz="3100" dirty="0"/>
              <a:t>4 </a:t>
            </a:r>
            <a:r>
              <a:rPr lang="en-US" sz="3100" dirty="0" err="1"/>
              <a:t>Trợ</a:t>
            </a:r>
            <a:r>
              <a:rPr lang="en-US" sz="3100" dirty="0"/>
              <a:t> </a:t>
            </a:r>
            <a:r>
              <a:rPr lang="en-US" sz="3100" dirty="0" err="1"/>
              <a:t>lý</a:t>
            </a:r>
            <a:r>
              <a:rPr lang="en-US" sz="3100" dirty="0"/>
              <a:t> AI (Local chatbot)</a:t>
            </a:r>
            <a:endParaRPr lang="en-VN" sz="3100" dirty="0"/>
          </a:p>
        </p:txBody>
      </p:sp>
      <p:sp>
        <p:nvSpPr>
          <p:cNvPr id="4" name="Footer Placeholder 3">
            <a:extLst>
              <a:ext uri="{FF2B5EF4-FFF2-40B4-BE49-F238E27FC236}">
                <a16:creationId xmlns:a16="http://schemas.microsoft.com/office/drawing/2014/main" id="{2A830E6B-DB9A-FF54-F8A3-D5B0EB5BAAD9}"/>
              </a:ext>
            </a:extLst>
          </p:cNvPr>
          <p:cNvSpPr>
            <a:spLocks noGrp="1"/>
          </p:cNvSpPr>
          <p:nvPr>
            <p:ph type="ftr" sz="quarter" idx="11"/>
          </p:nvPr>
        </p:nvSpPr>
        <p:spPr>
          <a:xfrm>
            <a:off x="4038600" y="6356350"/>
            <a:ext cx="4114800" cy="365125"/>
          </a:xfrm>
        </p:spPr>
        <p:txBody>
          <a:bodyPr anchor="ctr">
            <a:normAutofit/>
          </a:bodyPr>
          <a:lstStyle/>
          <a:p>
            <a:pPr>
              <a:spcAft>
                <a:spcPts val="600"/>
              </a:spcAft>
            </a:pPr>
            <a:r>
              <a:rPr lang="en-US"/>
              <a:t>Copyrights 2024 CE-UIT. All Rights Reserved.</a:t>
            </a:r>
          </a:p>
        </p:txBody>
      </p:sp>
      <p:sp>
        <p:nvSpPr>
          <p:cNvPr id="5" name="Slide Number Placeholder 4">
            <a:extLst>
              <a:ext uri="{FF2B5EF4-FFF2-40B4-BE49-F238E27FC236}">
                <a16:creationId xmlns:a16="http://schemas.microsoft.com/office/drawing/2014/main" id="{B6798F5F-890E-6E5C-8C30-7A4ECBABF477}"/>
              </a:ext>
            </a:extLst>
          </p:cNvPr>
          <p:cNvSpPr>
            <a:spLocks noGrp="1"/>
          </p:cNvSpPr>
          <p:nvPr>
            <p:ph type="sldNum" sz="quarter" idx="12"/>
          </p:nvPr>
        </p:nvSpPr>
        <p:spPr>
          <a:xfrm>
            <a:off x="10409692" y="6356350"/>
            <a:ext cx="2743200" cy="365125"/>
          </a:xfrm>
        </p:spPr>
        <p:txBody>
          <a:bodyPr anchor="ctr">
            <a:normAutofit/>
          </a:bodyPr>
          <a:lstStyle/>
          <a:p>
            <a:pPr>
              <a:spcAft>
                <a:spcPts val="600"/>
              </a:spcAft>
            </a:pPr>
            <a:fld id="{48F63A3B-78C7-47BE-AE5E-E10140E04643}" type="slidenum">
              <a:rPr lang="en-US" smtClean="0"/>
              <a:pPr>
                <a:spcAft>
                  <a:spcPts val="600"/>
                </a:spcAft>
              </a:pPr>
              <a:t>9</a:t>
            </a:fld>
            <a:endParaRPr lang="en-US"/>
          </a:p>
        </p:txBody>
      </p:sp>
      <p:sp>
        <p:nvSpPr>
          <p:cNvPr id="12" name="Google Shape;158;p16">
            <a:extLst>
              <a:ext uri="{FF2B5EF4-FFF2-40B4-BE49-F238E27FC236}">
                <a16:creationId xmlns:a16="http://schemas.microsoft.com/office/drawing/2014/main" id="{0A6DB664-9C29-0F00-EB9F-6310F20DFDE6}"/>
              </a:ext>
            </a:extLst>
          </p:cNvPr>
          <p:cNvSpPr txBox="1"/>
          <p:nvPr/>
        </p:nvSpPr>
        <p:spPr>
          <a:xfrm>
            <a:off x="571499" y="1891754"/>
            <a:ext cx="5907123" cy="307777"/>
          </a:xfrm>
          <a:prstGeom prst="rect">
            <a:avLst/>
          </a:prstGeom>
          <a:noFill/>
          <a:ln>
            <a:noFill/>
          </a:ln>
        </p:spPr>
        <p:txBody>
          <a:bodyPr spcFirstLastPara="1" wrap="square" lIns="0" tIns="0" rIns="0" bIns="0" anchor="t" anchorCtr="0">
            <a:spAutoFit/>
          </a:bodyPr>
          <a:lstStyle/>
          <a:p>
            <a:pPr lvl="0"/>
            <a:r>
              <a:rPr lang="en-US" sz="2000" b="1" dirty="0">
                <a:solidFill>
                  <a:srgbClr val="10B981"/>
                </a:solidFill>
                <a:latin typeface="+mj-lt"/>
                <a:ea typeface="Poppins SemiBold"/>
                <a:cs typeface="Poppins SemiBold"/>
                <a:sym typeface="Poppins SemiBold"/>
              </a:rPr>
              <a:t>Công </a:t>
            </a:r>
            <a:r>
              <a:rPr lang="en-US" sz="2000" b="1" dirty="0" err="1">
                <a:solidFill>
                  <a:srgbClr val="10B981"/>
                </a:solidFill>
                <a:latin typeface="+mj-lt"/>
                <a:ea typeface="Poppins SemiBold"/>
                <a:cs typeface="Poppins SemiBold"/>
                <a:sym typeface="Poppins SemiBold"/>
              </a:rPr>
              <a:t>nghệ</a:t>
            </a:r>
            <a:endParaRPr sz="2000" b="1" dirty="0">
              <a:latin typeface="+mj-lt"/>
            </a:endParaRPr>
          </a:p>
        </p:txBody>
      </p:sp>
      <p:sp>
        <p:nvSpPr>
          <p:cNvPr id="14" name="TextBox 13">
            <a:extLst>
              <a:ext uri="{FF2B5EF4-FFF2-40B4-BE49-F238E27FC236}">
                <a16:creationId xmlns:a16="http://schemas.microsoft.com/office/drawing/2014/main" id="{8E1DF9C8-3D6F-C4CC-AF9A-12DC2EB75810}"/>
              </a:ext>
            </a:extLst>
          </p:cNvPr>
          <p:cNvSpPr txBox="1"/>
          <p:nvPr/>
        </p:nvSpPr>
        <p:spPr>
          <a:xfrm>
            <a:off x="493678" y="2254263"/>
            <a:ext cx="5984945" cy="1246495"/>
          </a:xfrm>
          <a:prstGeom prst="rect">
            <a:avLst/>
          </a:prstGeom>
          <a:noFill/>
        </p:spPr>
        <p:txBody>
          <a:bodyPr wrap="square">
            <a:spAutoFit/>
          </a:bodyPr>
          <a:lstStyle/>
          <a:p>
            <a:pPr algn="just"/>
            <a:r>
              <a:rPr lang="en-US" sz="1500" dirty="0" err="1">
                <a:latin typeface="+mj-lt"/>
              </a:rPr>
              <a:t>Triển</a:t>
            </a:r>
            <a:r>
              <a:rPr lang="en-US" sz="1500" dirty="0">
                <a:latin typeface="+mj-lt"/>
              </a:rPr>
              <a:t> </a:t>
            </a:r>
            <a:r>
              <a:rPr lang="en-US" sz="1500" dirty="0" err="1">
                <a:latin typeface="+mj-lt"/>
              </a:rPr>
              <a:t>khai</a:t>
            </a:r>
            <a:r>
              <a:rPr lang="vi-VN" sz="1500" dirty="0">
                <a:latin typeface="+mj-lt"/>
              </a:rPr>
              <a:t> tính toán mô hình ngôn ngữ lớn (LLM Qwen 2.5 thông qua Ollama REST API) trực tiếp xuống thiết bị cục bộ Jetson Xavier.</a:t>
            </a:r>
          </a:p>
          <a:p>
            <a:pPr algn="just"/>
            <a:r>
              <a:rPr lang="vi-VN" sz="1500" dirty="0">
                <a:latin typeface="+mj-lt"/>
              </a:rPr>
              <a:t>Giải quyết triệt để hai bài toán cốt lõi: hoạt động hoàn toàn offline và bảo mật dữ liệu tuyệt đối.</a:t>
            </a:r>
          </a:p>
          <a:p>
            <a:pPr algn="just"/>
            <a:r>
              <a:rPr lang="vi-VN" sz="1500" dirty="0">
                <a:latin typeface="+mj-lt"/>
              </a:rPr>
              <a:t>Ứng dụng kỹ thuật RAG tối ưu hóa tri thức</a:t>
            </a:r>
            <a:endParaRPr lang="en-US" sz="1500" dirty="0">
              <a:latin typeface="+mj-lt"/>
            </a:endParaRPr>
          </a:p>
        </p:txBody>
      </p:sp>
      <p:sp>
        <p:nvSpPr>
          <p:cNvPr id="16" name="Google Shape;158;p16">
            <a:extLst>
              <a:ext uri="{FF2B5EF4-FFF2-40B4-BE49-F238E27FC236}">
                <a16:creationId xmlns:a16="http://schemas.microsoft.com/office/drawing/2014/main" id="{20298FB7-CF25-29A1-5D1D-5A37B9E4B1BF}"/>
              </a:ext>
            </a:extLst>
          </p:cNvPr>
          <p:cNvSpPr txBox="1"/>
          <p:nvPr/>
        </p:nvSpPr>
        <p:spPr>
          <a:xfrm>
            <a:off x="571500" y="3552856"/>
            <a:ext cx="5907122" cy="307777"/>
          </a:xfrm>
          <a:prstGeom prst="rect">
            <a:avLst/>
          </a:prstGeom>
          <a:noFill/>
          <a:ln>
            <a:noFill/>
          </a:ln>
        </p:spPr>
        <p:txBody>
          <a:bodyPr spcFirstLastPara="1" wrap="square" lIns="0" tIns="0" rIns="0" bIns="0" anchor="t" anchorCtr="0">
            <a:spAutoFit/>
          </a:bodyPr>
          <a:lstStyle/>
          <a:p>
            <a:pPr lvl="0"/>
            <a:r>
              <a:rPr lang="vi-VN" sz="2000" b="1" dirty="0">
                <a:solidFill>
                  <a:srgbClr val="10B981"/>
                </a:solidFill>
                <a:latin typeface="+mj-lt"/>
                <a:ea typeface="Poppins SemiBold"/>
                <a:cs typeface="Poppins SemiBold"/>
                <a:sym typeface="Poppins SemiBold"/>
              </a:rPr>
              <a:t>Ứng dụng kỹ thuật RAG tối ưu hóa tri thức</a:t>
            </a:r>
          </a:p>
        </p:txBody>
      </p:sp>
      <p:sp>
        <p:nvSpPr>
          <p:cNvPr id="18" name="TextBox 17">
            <a:extLst>
              <a:ext uri="{FF2B5EF4-FFF2-40B4-BE49-F238E27FC236}">
                <a16:creationId xmlns:a16="http://schemas.microsoft.com/office/drawing/2014/main" id="{CC754F79-D957-2EE2-DBF1-AAB6269C13E7}"/>
              </a:ext>
            </a:extLst>
          </p:cNvPr>
          <p:cNvSpPr txBox="1"/>
          <p:nvPr/>
        </p:nvSpPr>
        <p:spPr>
          <a:xfrm>
            <a:off x="493678" y="3916268"/>
            <a:ext cx="5984944" cy="1477328"/>
          </a:xfrm>
          <a:prstGeom prst="rect">
            <a:avLst/>
          </a:prstGeom>
          <a:noFill/>
        </p:spPr>
        <p:txBody>
          <a:bodyPr wrap="square">
            <a:spAutoFit/>
          </a:bodyPr>
          <a:lstStyle/>
          <a:p>
            <a:pPr algn="just"/>
            <a:r>
              <a:rPr lang="vi-VN" sz="1500" b="1" dirty="0">
                <a:latin typeface="+mj-lt"/>
              </a:rPr>
              <a:t>Tri thức tĩnh (knowledge.txt)</a:t>
            </a:r>
            <a:r>
              <a:rPr lang="vi-VN" sz="1500" dirty="0">
                <a:latin typeface="+mj-lt"/>
              </a:rPr>
              <a:t>: Nạp trực tiếp dữ liệu huấn luyện cục bộ vào System Prompt.</a:t>
            </a:r>
          </a:p>
          <a:p>
            <a:pPr algn="just"/>
            <a:r>
              <a:rPr lang="vi-VN" sz="1500" b="1" dirty="0">
                <a:latin typeface="+mj-lt"/>
              </a:rPr>
              <a:t>Khắc phục ảo giác (Hallucination)</a:t>
            </a:r>
            <a:r>
              <a:rPr lang="vi-VN" sz="1500" dirty="0">
                <a:latin typeface="+mj-lt"/>
              </a:rPr>
              <a:t>: </a:t>
            </a:r>
            <a:r>
              <a:rPr lang="en-US" sz="1500" dirty="0" err="1">
                <a:latin typeface="+mj-lt"/>
              </a:rPr>
              <a:t>Thiết</a:t>
            </a:r>
            <a:r>
              <a:rPr lang="en-US" sz="1500" dirty="0">
                <a:latin typeface="+mj-lt"/>
              </a:rPr>
              <a:t> </a:t>
            </a:r>
            <a:r>
              <a:rPr lang="en-US" sz="1500" dirty="0" err="1">
                <a:latin typeface="+mj-lt"/>
              </a:rPr>
              <a:t>lập</a:t>
            </a:r>
            <a:r>
              <a:rPr lang="en-US" sz="1500" dirty="0">
                <a:latin typeface="+mj-lt"/>
              </a:rPr>
              <a:t> </a:t>
            </a:r>
            <a:r>
              <a:rPr lang="en-US" sz="1500" dirty="0" err="1">
                <a:latin typeface="+mj-lt"/>
              </a:rPr>
              <a:t>cho</a:t>
            </a:r>
            <a:r>
              <a:rPr lang="en-US" sz="1500" dirty="0">
                <a:latin typeface="+mj-lt"/>
              </a:rPr>
              <a:t> </a:t>
            </a:r>
            <a:r>
              <a:rPr lang="vi-VN" sz="1500" dirty="0">
                <a:latin typeface="+mj-lt"/>
              </a:rPr>
              <a:t>AI đưa ra phản hồi chính xác dựa trên tập ngữ cảnh đã cấp.</a:t>
            </a:r>
          </a:p>
          <a:p>
            <a:pPr algn="just"/>
            <a:r>
              <a:rPr lang="vi-VN" sz="1500" b="1" dirty="0">
                <a:latin typeface="+mj-lt"/>
              </a:rPr>
              <a:t>Stream Tokens</a:t>
            </a:r>
            <a:r>
              <a:rPr lang="vi-VN" sz="1500" dirty="0">
                <a:latin typeface="+mj-lt"/>
              </a:rPr>
              <a:t>: Đẩy chuỗi ký tự phản hồi bất đồng bộ (streaming) liên tục lên màn hình HMI, tăng trải nghiệm thị giác.</a:t>
            </a:r>
          </a:p>
        </p:txBody>
      </p:sp>
      <p:pic>
        <p:nvPicPr>
          <p:cNvPr id="20" name="Google Shape;213;p18" descr="image.png">
            <a:extLst>
              <a:ext uri="{FF2B5EF4-FFF2-40B4-BE49-F238E27FC236}">
                <a16:creationId xmlns:a16="http://schemas.microsoft.com/office/drawing/2014/main" id="{C7A099B2-21DD-59C5-75A9-ADC05C83F174}"/>
              </a:ext>
            </a:extLst>
          </p:cNvPr>
          <p:cNvPicPr preferRelativeResize="0"/>
          <p:nvPr/>
        </p:nvPicPr>
        <p:blipFill rotWithShape="1">
          <a:blip r:embed="rId2">
            <a:alphaModFix/>
          </a:blip>
          <a:srcRect/>
          <a:stretch/>
        </p:blipFill>
        <p:spPr>
          <a:xfrm>
            <a:off x="6534150" y="2157412"/>
            <a:ext cx="5334000" cy="3286125"/>
          </a:xfrm>
          <a:prstGeom prst="rect">
            <a:avLst/>
          </a:prstGeom>
          <a:noFill/>
          <a:ln>
            <a:noFill/>
          </a:ln>
        </p:spPr>
      </p:pic>
      <p:pic>
        <p:nvPicPr>
          <p:cNvPr id="22" name="Google Shape;214;p18" descr="image.png">
            <a:extLst>
              <a:ext uri="{FF2B5EF4-FFF2-40B4-BE49-F238E27FC236}">
                <a16:creationId xmlns:a16="http://schemas.microsoft.com/office/drawing/2014/main" id="{72EE339C-6C62-017E-E11D-1399EB62EDD1}"/>
              </a:ext>
            </a:extLst>
          </p:cNvPr>
          <p:cNvPicPr preferRelativeResize="0"/>
          <p:nvPr/>
        </p:nvPicPr>
        <p:blipFill rotWithShape="1">
          <a:blip r:embed="rId3">
            <a:alphaModFix/>
          </a:blip>
          <a:srcRect/>
          <a:stretch/>
        </p:blipFill>
        <p:spPr>
          <a:xfrm>
            <a:off x="6781800" y="3729037"/>
            <a:ext cx="4838700" cy="514350"/>
          </a:xfrm>
          <a:prstGeom prst="rect">
            <a:avLst/>
          </a:prstGeom>
          <a:noFill/>
          <a:ln>
            <a:noFill/>
          </a:ln>
        </p:spPr>
      </p:pic>
      <p:pic>
        <p:nvPicPr>
          <p:cNvPr id="24" name="Google Shape;215;p18" descr="image.png">
            <a:extLst>
              <a:ext uri="{FF2B5EF4-FFF2-40B4-BE49-F238E27FC236}">
                <a16:creationId xmlns:a16="http://schemas.microsoft.com/office/drawing/2014/main" id="{4713951E-909B-51A0-96C0-DD95712AB544}"/>
              </a:ext>
            </a:extLst>
          </p:cNvPr>
          <p:cNvPicPr preferRelativeResize="0"/>
          <p:nvPr/>
        </p:nvPicPr>
        <p:blipFill rotWithShape="1">
          <a:blip r:embed="rId4">
            <a:alphaModFix/>
          </a:blip>
          <a:srcRect/>
          <a:stretch/>
        </p:blipFill>
        <p:spPr>
          <a:xfrm>
            <a:off x="6781800" y="4681537"/>
            <a:ext cx="4838700" cy="514350"/>
          </a:xfrm>
          <a:prstGeom prst="rect">
            <a:avLst/>
          </a:prstGeom>
          <a:noFill/>
          <a:ln>
            <a:noFill/>
          </a:ln>
        </p:spPr>
      </p:pic>
      <p:sp>
        <p:nvSpPr>
          <p:cNvPr id="26" name="Google Shape;223;p18">
            <a:extLst>
              <a:ext uri="{FF2B5EF4-FFF2-40B4-BE49-F238E27FC236}">
                <a16:creationId xmlns:a16="http://schemas.microsoft.com/office/drawing/2014/main" id="{DA3E8065-12CC-0009-7E78-379649640674}"/>
              </a:ext>
            </a:extLst>
          </p:cNvPr>
          <p:cNvSpPr txBox="1"/>
          <p:nvPr/>
        </p:nvSpPr>
        <p:spPr>
          <a:xfrm>
            <a:off x="6660832" y="2356422"/>
            <a:ext cx="5080635" cy="230832"/>
          </a:xfrm>
          <a:prstGeom prst="rect">
            <a:avLst/>
          </a:prstGeom>
          <a:noFill/>
          <a:ln>
            <a:noFill/>
          </a:ln>
        </p:spPr>
        <p:txBody>
          <a:bodyPr spcFirstLastPara="1" wrap="square" lIns="152400" tIns="0" rIns="0" bIns="0" anchor="t" anchorCtr="0">
            <a:spAutoFit/>
          </a:bodyPr>
          <a:lstStyle/>
          <a:p>
            <a:pPr marL="0" marR="0" lvl="0" indent="0" algn="ctr" rtl="0">
              <a:spcBef>
                <a:spcPts val="0"/>
              </a:spcBef>
              <a:spcAft>
                <a:spcPts val="0"/>
              </a:spcAft>
              <a:buNone/>
            </a:pPr>
            <a:r>
              <a:rPr lang="en-US" sz="1500" b="0" i="0" u="none" strike="noStrike" cap="none" dirty="0">
                <a:solidFill>
                  <a:srgbClr val="10B981"/>
                </a:solidFill>
                <a:latin typeface="+mj-lt"/>
                <a:ea typeface="Poppins SemiBold"/>
                <a:cs typeface="Poppins SemiBold"/>
                <a:sym typeface="Poppins SemiBold"/>
              </a:rPr>
              <a:t>Pipeline </a:t>
            </a:r>
            <a:r>
              <a:rPr lang="en-US" sz="1500" b="0" i="0" u="none" strike="noStrike" cap="none" dirty="0" err="1">
                <a:solidFill>
                  <a:srgbClr val="10B981"/>
                </a:solidFill>
                <a:latin typeface="+mj-lt"/>
                <a:ea typeface="Poppins SemiBold"/>
                <a:cs typeface="Poppins SemiBold"/>
                <a:sym typeface="Poppins SemiBold"/>
              </a:rPr>
              <a:t>Xử</a:t>
            </a:r>
            <a:r>
              <a:rPr lang="en-US" sz="1500" b="0" i="0" u="none" strike="noStrike" cap="none" dirty="0">
                <a:solidFill>
                  <a:srgbClr val="10B981"/>
                </a:solidFill>
                <a:latin typeface="+mj-lt"/>
                <a:ea typeface="Poppins SemiBold"/>
                <a:cs typeface="Poppins SemiBold"/>
                <a:sym typeface="Poppins SemiBold"/>
              </a:rPr>
              <a:t> Lý </a:t>
            </a:r>
            <a:r>
              <a:rPr lang="en-US" sz="1500" b="0" i="0" u="none" strike="noStrike" cap="none" dirty="0" err="1">
                <a:solidFill>
                  <a:srgbClr val="10B981"/>
                </a:solidFill>
                <a:latin typeface="+mj-lt"/>
                <a:ea typeface="Poppins SemiBold"/>
                <a:cs typeface="Poppins SemiBold"/>
                <a:sym typeface="Poppins SemiBold"/>
              </a:rPr>
              <a:t>Luồng</a:t>
            </a:r>
            <a:r>
              <a:rPr lang="en-US" sz="1500" b="0" i="0" u="none" strike="noStrike" cap="none" dirty="0">
                <a:solidFill>
                  <a:srgbClr val="10B981"/>
                </a:solidFill>
                <a:latin typeface="+mj-lt"/>
                <a:ea typeface="Poppins SemiBold"/>
                <a:cs typeface="Poppins SemiBold"/>
                <a:sym typeface="Poppins SemiBold"/>
              </a:rPr>
              <a:t> </a:t>
            </a:r>
            <a:r>
              <a:rPr lang="en-US" sz="1500" b="0" i="0" u="none" strike="noStrike" cap="none" dirty="0" err="1">
                <a:solidFill>
                  <a:srgbClr val="10B981"/>
                </a:solidFill>
                <a:latin typeface="+mj-lt"/>
                <a:ea typeface="Poppins SemiBold"/>
                <a:cs typeface="Poppins SemiBold"/>
                <a:sym typeface="Poppins SemiBold"/>
              </a:rPr>
              <a:t>Trò</a:t>
            </a:r>
            <a:r>
              <a:rPr lang="en-US" sz="1500" b="0" i="0" u="none" strike="noStrike" cap="none" dirty="0">
                <a:solidFill>
                  <a:srgbClr val="10B981"/>
                </a:solidFill>
                <a:latin typeface="+mj-lt"/>
                <a:ea typeface="Poppins SemiBold"/>
                <a:cs typeface="Poppins SemiBold"/>
                <a:sym typeface="Poppins SemiBold"/>
              </a:rPr>
              <a:t> </a:t>
            </a:r>
            <a:r>
              <a:rPr lang="en-US" sz="1500" b="0" i="0" u="none" strike="noStrike" cap="none" dirty="0" err="1">
                <a:solidFill>
                  <a:srgbClr val="10B981"/>
                </a:solidFill>
                <a:latin typeface="+mj-lt"/>
                <a:ea typeface="Poppins SemiBold"/>
                <a:cs typeface="Poppins SemiBold"/>
                <a:sym typeface="Poppins SemiBold"/>
              </a:rPr>
              <a:t>Chuyện</a:t>
            </a:r>
            <a:r>
              <a:rPr lang="en-US" sz="1500" b="0" i="0" u="none" strike="noStrike" cap="none" dirty="0">
                <a:solidFill>
                  <a:srgbClr val="10B981"/>
                </a:solidFill>
                <a:latin typeface="+mj-lt"/>
                <a:ea typeface="Poppins SemiBold"/>
                <a:cs typeface="Poppins SemiBold"/>
                <a:sym typeface="Poppins SemiBold"/>
              </a:rPr>
              <a:t> AI</a:t>
            </a:r>
            <a:endParaRPr sz="1500" dirty="0">
              <a:latin typeface="+mj-lt"/>
            </a:endParaRPr>
          </a:p>
        </p:txBody>
      </p:sp>
      <p:pic>
        <p:nvPicPr>
          <p:cNvPr id="28" name="Google Shape;227;p18" descr="image.png">
            <a:extLst>
              <a:ext uri="{FF2B5EF4-FFF2-40B4-BE49-F238E27FC236}">
                <a16:creationId xmlns:a16="http://schemas.microsoft.com/office/drawing/2014/main" id="{AE6658E5-1E85-D5B4-E370-5BD3435EDBDD}"/>
              </a:ext>
            </a:extLst>
          </p:cNvPr>
          <p:cNvPicPr preferRelativeResize="0"/>
          <p:nvPr/>
        </p:nvPicPr>
        <p:blipFill rotWithShape="1">
          <a:blip r:embed="rId5">
            <a:alphaModFix/>
          </a:blip>
          <a:srcRect/>
          <a:stretch/>
        </p:blipFill>
        <p:spPr>
          <a:xfrm>
            <a:off x="7425829" y="2394522"/>
            <a:ext cx="249294" cy="192732"/>
          </a:xfrm>
          <a:prstGeom prst="rect">
            <a:avLst/>
          </a:prstGeom>
          <a:noFill/>
          <a:ln>
            <a:noFill/>
          </a:ln>
        </p:spPr>
      </p:pic>
      <p:pic>
        <p:nvPicPr>
          <p:cNvPr id="30" name="Google Shape;228;p18" descr="image.png">
            <a:extLst>
              <a:ext uri="{FF2B5EF4-FFF2-40B4-BE49-F238E27FC236}">
                <a16:creationId xmlns:a16="http://schemas.microsoft.com/office/drawing/2014/main" id="{86E0E642-1FDE-796E-95FC-722E2FA87986}"/>
              </a:ext>
            </a:extLst>
          </p:cNvPr>
          <p:cNvPicPr preferRelativeResize="0"/>
          <p:nvPr/>
        </p:nvPicPr>
        <p:blipFill rotWithShape="1">
          <a:blip r:embed="rId6">
            <a:alphaModFix/>
          </a:blip>
          <a:srcRect/>
          <a:stretch/>
        </p:blipFill>
        <p:spPr>
          <a:xfrm>
            <a:off x="9144000" y="3433762"/>
            <a:ext cx="114300" cy="152400"/>
          </a:xfrm>
          <a:prstGeom prst="rect">
            <a:avLst/>
          </a:prstGeom>
          <a:noFill/>
          <a:ln>
            <a:noFill/>
          </a:ln>
        </p:spPr>
      </p:pic>
      <p:sp>
        <p:nvSpPr>
          <p:cNvPr id="32" name="Google Shape;229;p18">
            <a:extLst>
              <a:ext uri="{FF2B5EF4-FFF2-40B4-BE49-F238E27FC236}">
                <a16:creationId xmlns:a16="http://schemas.microsoft.com/office/drawing/2014/main" id="{A8FB6970-2FDE-4263-4CF7-75659609F6F9}"/>
              </a:ext>
            </a:extLst>
          </p:cNvPr>
          <p:cNvSpPr txBox="1"/>
          <p:nvPr/>
        </p:nvSpPr>
        <p:spPr>
          <a:xfrm>
            <a:off x="8377236" y="3794522"/>
            <a:ext cx="1647825"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dirty="0" err="1">
                <a:solidFill>
                  <a:srgbClr val="06B6D4"/>
                </a:solidFill>
                <a:latin typeface="Inter"/>
                <a:ea typeface="Inter"/>
                <a:cs typeface="Inter"/>
                <a:sym typeface="Inter"/>
              </a:rPr>
              <a:t>Ollama</a:t>
            </a:r>
            <a:r>
              <a:rPr lang="en-US" sz="1200" b="1" i="0" u="none" strike="noStrike" cap="none" dirty="0">
                <a:solidFill>
                  <a:srgbClr val="06B6D4"/>
                </a:solidFill>
                <a:latin typeface="Inter"/>
                <a:ea typeface="Inter"/>
                <a:cs typeface="Inter"/>
                <a:sym typeface="Inter"/>
              </a:rPr>
              <a:t> API (/</a:t>
            </a:r>
            <a:r>
              <a:rPr lang="en-US" sz="1200" b="1" i="0" u="none" strike="noStrike" cap="none" dirty="0" err="1">
                <a:solidFill>
                  <a:srgbClr val="06B6D4"/>
                </a:solidFill>
                <a:latin typeface="Inter"/>
                <a:ea typeface="Inter"/>
                <a:cs typeface="Inter"/>
                <a:sym typeface="Inter"/>
              </a:rPr>
              <a:t>api</a:t>
            </a:r>
            <a:r>
              <a:rPr lang="en-US" sz="1200" b="1" i="0" u="none" strike="noStrike" cap="none" dirty="0">
                <a:solidFill>
                  <a:srgbClr val="06B6D4"/>
                </a:solidFill>
                <a:latin typeface="Inter"/>
                <a:ea typeface="Inter"/>
                <a:cs typeface="Inter"/>
                <a:sym typeface="Inter"/>
              </a:rPr>
              <a:t>/chat)</a:t>
            </a:r>
            <a:endParaRPr sz="1200" dirty="0"/>
          </a:p>
        </p:txBody>
      </p:sp>
      <p:sp>
        <p:nvSpPr>
          <p:cNvPr id="34" name="Google Shape;230;p18">
            <a:extLst>
              <a:ext uri="{FF2B5EF4-FFF2-40B4-BE49-F238E27FC236}">
                <a16:creationId xmlns:a16="http://schemas.microsoft.com/office/drawing/2014/main" id="{FCC3C51B-D6FC-F470-B6B3-B188B2DC14AB}"/>
              </a:ext>
            </a:extLst>
          </p:cNvPr>
          <p:cNvSpPr txBox="1"/>
          <p:nvPr/>
        </p:nvSpPr>
        <p:spPr>
          <a:xfrm>
            <a:off x="7860301" y="3986212"/>
            <a:ext cx="2681693" cy="16927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100" b="0" i="0" u="none" strike="noStrike" cap="none" dirty="0" err="1">
                <a:solidFill>
                  <a:srgbClr val="94A3B8"/>
                </a:solidFill>
                <a:latin typeface="Inter"/>
                <a:ea typeface="Inter"/>
                <a:cs typeface="Inter"/>
                <a:sym typeface="Inter"/>
              </a:rPr>
              <a:t>Xử</a:t>
            </a:r>
            <a:r>
              <a:rPr lang="en-US" sz="1100" b="0" i="0" u="none" strike="noStrike" cap="none" dirty="0">
                <a:solidFill>
                  <a:srgbClr val="94A3B8"/>
                </a:solidFill>
                <a:latin typeface="Inter"/>
                <a:ea typeface="Inter"/>
                <a:cs typeface="Inter"/>
                <a:sym typeface="Inter"/>
              </a:rPr>
              <a:t> </a:t>
            </a:r>
            <a:r>
              <a:rPr lang="en-US" sz="1100" b="0" i="0" u="none" strike="noStrike" cap="none" dirty="0" err="1">
                <a:solidFill>
                  <a:srgbClr val="94A3B8"/>
                </a:solidFill>
                <a:latin typeface="Inter"/>
                <a:ea typeface="Inter"/>
                <a:cs typeface="Inter"/>
                <a:sym typeface="Inter"/>
              </a:rPr>
              <a:t>lý</a:t>
            </a:r>
            <a:r>
              <a:rPr lang="en-US" sz="1100" b="0" i="0" u="none" strike="noStrike" cap="none" dirty="0">
                <a:solidFill>
                  <a:srgbClr val="94A3B8"/>
                </a:solidFill>
                <a:latin typeface="Inter"/>
                <a:ea typeface="Inter"/>
                <a:cs typeface="Inter"/>
                <a:sym typeface="Inter"/>
              </a:rPr>
              <a:t> </a:t>
            </a:r>
            <a:r>
              <a:rPr lang="en-US" sz="1100" b="0" i="0" u="none" strike="noStrike" cap="none" dirty="0" err="1">
                <a:solidFill>
                  <a:srgbClr val="94A3B8"/>
                </a:solidFill>
                <a:latin typeface="Inter"/>
                <a:ea typeface="Inter"/>
                <a:cs typeface="Inter"/>
                <a:sym typeface="Inter"/>
              </a:rPr>
              <a:t>suy</a:t>
            </a:r>
            <a:r>
              <a:rPr lang="en-US" sz="1100" b="0" i="0" u="none" strike="noStrike" cap="none" dirty="0">
                <a:solidFill>
                  <a:srgbClr val="94A3B8"/>
                </a:solidFill>
                <a:latin typeface="Inter"/>
                <a:ea typeface="Inter"/>
                <a:cs typeface="Inter"/>
                <a:sym typeface="Inter"/>
              </a:rPr>
              <a:t> </a:t>
            </a:r>
            <a:r>
              <a:rPr lang="en-US" sz="1100" b="0" i="0" u="none" strike="noStrike" cap="none" dirty="0" err="1">
                <a:solidFill>
                  <a:srgbClr val="94A3B8"/>
                </a:solidFill>
                <a:latin typeface="Inter"/>
                <a:ea typeface="Inter"/>
                <a:cs typeface="Inter"/>
                <a:sym typeface="Inter"/>
              </a:rPr>
              <a:t>luận</a:t>
            </a:r>
            <a:r>
              <a:rPr lang="en-US" sz="1100" b="0" i="0" u="none" strike="noStrike" cap="none" dirty="0">
                <a:solidFill>
                  <a:srgbClr val="94A3B8"/>
                </a:solidFill>
                <a:latin typeface="Inter"/>
                <a:ea typeface="Inter"/>
                <a:cs typeface="Inter"/>
                <a:sym typeface="Inter"/>
              </a:rPr>
              <a:t> </a:t>
            </a:r>
            <a:r>
              <a:rPr lang="en-US" sz="1100" b="0" i="0" u="none" strike="noStrike" cap="none" dirty="0" err="1">
                <a:solidFill>
                  <a:srgbClr val="94A3B8"/>
                </a:solidFill>
                <a:latin typeface="Inter"/>
                <a:ea typeface="Inter"/>
                <a:cs typeface="Inter"/>
                <a:sym typeface="Inter"/>
              </a:rPr>
              <a:t>trực</a:t>
            </a:r>
            <a:r>
              <a:rPr lang="en-US" sz="1100" b="0" i="0" u="none" strike="noStrike" cap="none" dirty="0">
                <a:solidFill>
                  <a:srgbClr val="94A3B8"/>
                </a:solidFill>
                <a:latin typeface="Inter"/>
                <a:ea typeface="Inter"/>
                <a:cs typeface="Inter"/>
                <a:sym typeface="Inter"/>
              </a:rPr>
              <a:t> </a:t>
            </a:r>
            <a:r>
              <a:rPr lang="en-US" sz="1100" b="0" i="0" u="none" strike="noStrike" cap="none" dirty="0" err="1">
                <a:solidFill>
                  <a:srgbClr val="94A3B8"/>
                </a:solidFill>
                <a:latin typeface="Inter"/>
                <a:ea typeface="Inter"/>
                <a:cs typeface="Inter"/>
                <a:sym typeface="Inter"/>
              </a:rPr>
              <a:t>tiếp</a:t>
            </a:r>
            <a:r>
              <a:rPr lang="en-US" sz="1100" b="0" i="0" u="none" strike="noStrike" cap="none" dirty="0">
                <a:solidFill>
                  <a:srgbClr val="94A3B8"/>
                </a:solidFill>
                <a:latin typeface="Inter"/>
                <a:ea typeface="Inter"/>
                <a:cs typeface="Inter"/>
                <a:sym typeface="Inter"/>
              </a:rPr>
              <a:t> </a:t>
            </a:r>
            <a:r>
              <a:rPr lang="en-US" sz="1100" b="0" i="0" u="none" strike="noStrike" cap="none" dirty="0" err="1">
                <a:solidFill>
                  <a:srgbClr val="94A3B8"/>
                </a:solidFill>
                <a:latin typeface="Inter"/>
                <a:ea typeface="Inter"/>
                <a:cs typeface="Inter"/>
                <a:sym typeface="Inter"/>
              </a:rPr>
              <a:t>trên</a:t>
            </a:r>
            <a:r>
              <a:rPr lang="en-US" sz="1100" b="0" i="0" u="none" strike="noStrike" cap="none" dirty="0">
                <a:solidFill>
                  <a:srgbClr val="94A3B8"/>
                </a:solidFill>
                <a:latin typeface="Inter"/>
                <a:ea typeface="Inter"/>
                <a:cs typeface="Inter"/>
                <a:sym typeface="Inter"/>
              </a:rPr>
              <a:t> GPU Jetson</a:t>
            </a:r>
            <a:endParaRPr sz="1100" dirty="0"/>
          </a:p>
        </p:txBody>
      </p:sp>
      <p:pic>
        <p:nvPicPr>
          <p:cNvPr id="36" name="Google Shape;231;p18" descr="image.png">
            <a:extLst>
              <a:ext uri="{FF2B5EF4-FFF2-40B4-BE49-F238E27FC236}">
                <a16:creationId xmlns:a16="http://schemas.microsoft.com/office/drawing/2014/main" id="{191DE983-E1A7-E02A-B257-64DC034DEBFA}"/>
              </a:ext>
            </a:extLst>
          </p:cNvPr>
          <p:cNvPicPr preferRelativeResize="0"/>
          <p:nvPr/>
        </p:nvPicPr>
        <p:blipFill rotWithShape="1">
          <a:blip r:embed="rId7">
            <a:alphaModFix/>
          </a:blip>
          <a:srcRect/>
          <a:stretch/>
        </p:blipFill>
        <p:spPr>
          <a:xfrm>
            <a:off x="9144000" y="4386262"/>
            <a:ext cx="114300" cy="152400"/>
          </a:xfrm>
          <a:prstGeom prst="rect">
            <a:avLst/>
          </a:prstGeom>
          <a:noFill/>
          <a:ln>
            <a:noFill/>
          </a:ln>
        </p:spPr>
      </p:pic>
      <p:sp>
        <p:nvSpPr>
          <p:cNvPr id="38" name="Google Shape;232;p18">
            <a:extLst>
              <a:ext uri="{FF2B5EF4-FFF2-40B4-BE49-F238E27FC236}">
                <a16:creationId xmlns:a16="http://schemas.microsoft.com/office/drawing/2014/main" id="{345593DB-8087-CD0B-EA52-189F44BFB436}"/>
              </a:ext>
            </a:extLst>
          </p:cNvPr>
          <p:cNvSpPr txBox="1"/>
          <p:nvPr/>
        </p:nvSpPr>
        <p:spPr>
          <a:xfrm>
            <a:off x="8258172" y="4727620"/>
            <a:ext cx="1885950"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dirty="0" err="1">
                <a:solidFill>
                  <a:srgbClr val="06B6D4"/>
                </a:solidFill>
                <a:latin typeface="Inter"/>
                <a:ea typeface="Inter"/>
                <a:cs typeface="Inter"/>
                <a:sym typeface="Inter"/>
              </a:rPr>
              <a:t>QFutureWatcher</a:t>
            </a:r>
            <a:r>
              <a:rPr lang="en-US" sz="1200" b="1" i="0" u="none" strike="noStrike" cap="none" dirty="0">
                <a:solidFill>
                  <a:srgbClr val="06B6D4"/>
                </a:solidFill>
                <a:latin typeface="Inter"/>
                <a:ea typeface="Inter"/>
                <a:cs typeface="Inter"/>
                <a:sym typeface="Inter"/>
              </a:rPr>
              <a:t> (C++)</a:t>
            </a:r>
            <a:endParaRPr sz="1200" dirty="0"/>
          </a:p>
        </p:txBody>
      </p:sp>
      <p:sp>
        <p:nvSpPr>
          <p:cNvPr id="40" name="Google Shape;233;p18">
            <a:extLst>
              <a:ext uri="{FF2B5EF4-FFF2-40B4-BE49-F238E27FC236}">
                <a16:creationId xmlns:a16="http://schemas.microsoft.com/office/drawing/2014/main" id="{2ABDFA09-E716-FB72-7EDF-AE4280DE3750}"/>
              </a:ext>
            </a:extLst>
          </p:cNvPr>
          <p:cNvSpPr txBox="1"/>
          <p:nvPr/>
        </p:nvSpPr>
        <p:spPr>
          <a:xfrm>
            <a:off x="7639806" y="4957762"/>
            <a:ext cx="3122681" cy="16927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100" b="0" i="0" u="none" strike="noStrike" cap="none" dirty="0" err="1">
                <a:solidFill>
                  <a:srgbClr val="94A3B8"/>
                </a:solidFill>
                <a:latin typeface="Inter"/>
                <a:ea typeface="Inter"/>
                <a:cs typeface="Inter"/>
                <a:sym typeface="Inter"/>
              </a:rPr>
              <a:t>Hội</a:t>
            </a:r>
            <a:r>
              <a:rPr lang="en-US" sz="1100" b="0" i="0" u="none" strike="noStrike" cap="none" dirty="0">
                <a:solidFill>
                  <a:srgbClr val="94A3B8"/>
                </a:solidFill>
                <a:latin typeface="Inter"/>
                <a:ea typeface="Inter"/>
                <a:cs typeface="Inter"/>
                <a:sym typeface="Inter"/>
              </a:rPr>
              <a:t> </a:t>
            </a:r>
            <a:r>
              <a:rPr lang="en-US" sz="1100" b="0" i="0" u="none" strike="noStrike" cap="none" dirty="0" err="1">
                <a:solidFill>
                  <a:srgbClr val="94A3B8"/>
                </a:solidFill>
                <a:latin typeface="Inter"/>
                <a:ea typeface="Inter"/>
                <a:cs typeface="Inter"/>
                <a:sym typeface="Inter"/>
              </a:rPr>
              <a:t>thoại</a:t>
            </a:r>
            <a:r>
              <a:rPr lang="en-US" sz="1100" b="0" i="0" u="none" strike="noStrike" cap="none" dirty="0">
                <a:solidFill>
                  <a:srgbClr val="94A3B8"/>
                </a:solidFill>
                <a:latin typeface="Inter"/>
                <a:ea typeface="Inter"/>
                <a:cs typeface="Inter"/>
                <a:sym typeface="Inter"/>
              </a:rPr>
              <a:t> </a:t>
            </a:r>
            <a:r>
              <a:rPr lang="en-US" sz="1100" b="0" i="0" u="none" strike="noStrike" cap="none" dirty="0" err="1">
                <a:solidFill>
                  <a:srgbClr val="94A3B8"/>
                </a:solidFill>
                <a:latin typeface="Inter"/>
                <a:ea typeface="Inter"/>
                <a:cs typeface="Inter"/>
                <a:sym typeface="Inter"/>
              </a:rPr>
              <a:t>dạng</a:t>
            </a:r>
            <a:r>
              <a:rPr lang="en-US" sz="1100" b="0" i="0" u="none" strike="noStrike" cap="none" dirty="0">
                <a:solidFill>
                  <a:srgbClr val="94A3B8"/>
                </a:solidFill>
                <a:latin typeface="Inter"/>
                <a:ea typeface="Inter"/>
                <a:cs typeface="Inter"/>
                <a:sym typeface="Inter"/>
              </a:rPr>
              <a:t> streaming </a:t>
            </a:r>
            <a:r>
              <a:rPr lang="en-US" sz="1100" b="0" i="0" u="none" strike="noStrike" cap="none" dirty="0" err="1">
                <a:solidFill>
                  <a:srgbClr val="94A3B8"/>
                </a:solidFill>
                <a:latin typeface="Inter"/>
                <a:ea typeface="Inter"/>
                <a:cs typeface="Inter"/>
                <a:sym typeface="Inter"/>
              </a:rPr>
              <a:t>gõ</a:t>
            </a:r>
            <a:r>
              <a:rPr lang="en-US" sz="1100" b="0" i="0" u="none" strike="noStrike" cap="none" dirty="0">
                <a:solidFill>
                  <a:srgbClr val="94A3B8"/>
                </a:solidFill>
                <a:latin typeface="Inter"/>
                <a:ea typeface="Inter"/>
                <a:cs typeface="Inter"/>
                <a:sym typeface="Inter"/>
              </a:rPr>
              <a:t> </a:t>
            </a:r>
            <a:r>
              <a:rPr lang="en-US" sz="1100" b="0" i="0" u="none" strike="noStrike" cap="none" dirty="0" err="1">
                <a:solidFill>
                  <a:srgbClr val="94A3B8"/>
                </a:solidFill>
                <a:latin typeface="Inter"/>
                <a:ea typeface="Inter"/>
                <a:cs typeface="Inter"/>
                <a:sym typeface="Inter"/>
              </a:rPr>
              <a:t>chữ</a:t>
            </a:r>
            <a:r>
              <a:rPr lang="en-US" sz="1100" b="0" i="0" u="none" strike="noStrike" cap="none" dirty="0">
                <a:solidFill>
                  <a:srgbClr val="94A3B8"/>
                </a:solidFill>
                <a:latin typeface="Inter"/>
                <a:ea typeface="Inter"/>
                <a:cs typeface="Inter"/>
                <a:sym typeface="Inter"/>
              </a:rPr>
              <a:t> </a:t>
            </a:r>
            <a:r>
              <a:rPr lang="en-US" sz="1100" b="0" i="0" u="none" strike="noStrike" cap="none" dirty="0" err="1">
                <a:solidFill>
                  <a:srgbClr val="94A3B8"/>
                </a:solidFill>
                <a:latin typeface="Inter"/>
                <a:ea typeface="Inter"/>
                <a:cs typeface="Inter"/>
                <a:sym typeface="Inter"/>
              </a:rPr>
              <a:t>thời</a:t>
            </a:r>
            <a:r>
              <a:rPr lang="en-US" sz="1100" b="0" i="0" u="none" strike="noStrike" cap="none" dirty="0">
                <a:solidFill>
                  <a:srgbClr val="94A3B8"/>
                </a:solidFill>
                <a:latin typeface="Inter"/>
                <a:ea typeface="Inter"/>
                <a:cs typeface="Inter"/>
                <a:sym typeface="Inter"/>
              </a:rPr>
              <a:t> </a:t>
            </a:r>
            <a:r>
              <a:rPr lang="en-US" sz="1100" b="0" i="0" u="none" strike="noStrike" cap="none" dirty="0" err="1">
                <a:solidFill>
                  <a:srgbClr val="94A3B8"/>
                </a:solidFill>
                <a:latin typeface="Inter"/>
                <a:ea typeface="Inter"/>
                <a:cs typeface="Inter"/>
                <a:sym typeface="Inter"/>
              </a:rPr>
              <a:t>gian</a:t>
            </a:r>
            <a:r>
              <a:rPr lang="en-US" sz="1100" b="0" i="0" u="none" strike="noStrike" cap="none" dirty="0">
                <a:solidFill>
                  <a:srgbClr val="94A3B8"/>
                </a:solidFill>
                <a:latin typeface="Inter"/>
                <a:ea typeface="Inter"/>
                <a:cs typeface="Inter"/>
                <a:sym typeface="Inter"/>
              </a:rPr>
              <a:t> </a:t>
            </a:r>
            <a:r>
              <a:rPr lang="en-US" sz="1100" b="0" i="0" u="none" strike="noStrike" cap="none" dirty="0" err="1">
                <a:solidFill>
                  <a:srgbClr val="94A3B8"/>
                </a:solidFill>
                <a:latin typeface="Inter"/>
                <a:ea typeface="Inter"/>
                <a:cs typeface="Inter"/>
                <a:sym typeface="Inter"/>
              </a:rPr>
              <a:t>thực</a:t>
            </a:r>
            <a:endParaRPr sz="1100" dirty="0"/>
          </a:p>
        </p:txBody>
      </p:sp>
      <p:pic>
        <p:nvPicPr>
          <p:cNvPr id="42" name="Google Shape;237;p18" descr="image.png">
            <a:extLst>
              <a:ext uri="{FF2B5EF4-FFF2-40B4-BE49-F238E27FC236}">
                <a16:creationId xmlns:a16="http://schemas.microsoft.com/office/drawing/2014/main" id="{E98B5BB9-FCCA-8702-B5FF-22236ED561A2}"/>
              </a:ext>
            </a:extLst>
          </p:cNvPr>
          <p:cNvPicPr preferRelativeResize="0"/>
          <p:nvPr/>
        </p:nvPicPr>
        <p:blipFill rotWithShape="1">
          <a:blip r:embed="rId8">
            <a:alphaModFix/>
          </a:blip>
          <a:srcRect/>
          <a:stretch/>
        </p:blipFill>
        <p:spPr>
          <a:xfrm>
            <a:off x="7865268" y="2938462"/>
            <a:ext cx="104775" cy="114300"/>
          </a:xfrm>
          <a:prstGeom prst="rect">
            <a:avLst/>
          </a:prstGeom>
          <a:noFill/>
          <a:ln>
            <a:noFill/>
          </a:ln>
        </p:spPr>
      </p:pic>
      <p:pic>
        <p:nvPicPr>
          <p:cNvPr id="44" name="Google Shape;238;p18" descr="image.png">
            <a:extLst>
              <a:ext uri="{FF2B5EF4-FFF2-40B4-BE49-F238E27FC236}">
                <a16:creationId xmlns:a16="http://schemas.microsoft.com/office/drawing/2014/main" id="{8679B729-E1AD-3911-8847-69DC88D84411}"/>
              </a:ext>
            </a:extLst>
          </p:cNvPr>
          <p:cNvPicPr preferRelativeResize="0"/>
          <p:nvPr/>
        </p:nvPicPr>
        <p:blipFill rotWithShape="1">
          <a:blip r:embed="rId9">
            <a:alphaModFix/>
          </a:blip>
          <a:srcRect/>
          <a:stretch/>
        </p:blipFill>
        <p:spPr>
          <a:xfrm>
            <a:off x="9148762" y="3009900"/>
            <a:ext cx="104775" cy="114300"/>
          </a:xfrm>
          <a:prstGeom prst="rect">
            <a:avLst/>
          </a:prstGeom>
          <a:noFill/>
          <a:ln>
            <a:noFill/>
          </a:ln>
        </p:spPr>
      </p:pic>
      <p:pic>
        <p:nvPicPr>
          <p:cNvPr id="46" name="Google Shape;239;p18" descr="image.png">
            <a:extLst>
              <a:ext uri="{FF2B5EF4-FFF2-40B4-BE49-F238E27FC236}">
                <a16:creationId xmlns:a16="http://schemas.microsoft.com/office/drawing/2014/main" id="{AE63E14E-5623-0A9F-D836-2F436B79ED55}"/>
              </a:ext>
            </a:extLst>
          </p:cNvPr>
          <p:cNvPicPr preferRelativeResize="0"/>
          <p:nvPr/>
        </p:nvPicPr>
        <p:blipFill rotWithShape="1">
          <a:blip r:embed="rId10">
            <a:alphaModFix/>
          </a:blip>
          <a:srcRect/>
          <a:stretch/>
        </p:blipFill>
        <p:spPr>
          <a:xfrm>
            <a:off x="10441781" y="2938462"/>
            <a:ext cx="85725" cy="114300"/>
          </a:xfrm>
          <a:prstGeom prst="rect">
            <a:avLst/>
          </a:prstGeom>
          <a:noFill/>
          <a:ln>
            <a:noFill/>
          </a:ln>
        </p:spPr>
      </p:pic>
    </p:spTree>
    <p:extLst>
      <p:ext uri="{BB962C8B-B14F-4D97-AF65-F5344CB8AC3E}">
        <p14:creationId xmlns:p14="http://schemas.microsoft.com/office/powerpoint/2010/main" val="22483083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66DD1-0387-7663-251D-A6EC494222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D3D5EF-8D8B-588C-2002-A4DE7CAEAF20}"/>
              </a:ext>
            </a:extLst>
          </p:cNvPr>
          <p:cNvSpPr>
            <a:spLocks noGrp="1"/>
          </p:cNvSpPr>
          <p:nvPr>
            <p:ph type="title"/>
          </p:nvPr>
        </p:nvSpPr>
        <p:spPr/>
        <p:txBody>
          <a:bodyPr>
            <a:normAutofit/>
          </a:bodyPr>
          <a:lstStyle/>
          <a:p>
            <a:r>
              <a:rPr lang="en-VN" dirty="0"/>
              <a:t>2.</a:t>
            </a:r>
            <a:r>
              <a:rPr lang="en-US" dirty="0"/>
              <a:t>5</a:t>
            </a:r>
            <a:r>
              <a:rPr lang="en-VN" dirty="0"/>
              <a:t> </a:t>
            </a:r>
            <a:r>
              <a:rPr lang="en-US" dirty="0" err="1"/>
              <a:t>Chức</a:t>
            </a:r>
            <a:r>
              <a:rPr lang="en-US" dirty="0"/>
              <a:t> </a:t>
            </a:r>
            <a:r>
              <a:rPr lang="en-US" dirty="0" err="1"/>
              <a:t>năng</a:t>
            </a:r>
            <a:r>
              <a:rPr lang="en-US" dirty="0"/>
              <a:t> </a:t>
            </a:r>
            <a:r>
              <a:rPr lang="en-US" dirty="0" err="1"/>
              <a:t>trình</a:t>
            </a:r>
            <a:r>
              <a:rPr lang="en-US" dirty="0"/>
              <a:t> </a:t>
            </a:r>
            <a:r>
              <a:rPr lang="en-US" dirty="0" err="1"/>
              <a:t>chiếu</a:t>
            </a:r>
            <a:r>
              <a:rPr lang="en-US" dirty="0"/>
              <a:t>:</a:t>
            </a:r>
            <a:endParaRPr lang="en-VN" dirty="0"/>
          </a:p>
        </p:txBody>
      </p:sp>
      <p:sp>
        <p:nvSpPr>
          <p:cNvPr id="4" name="Footer Placeholder 3">
            <a:extLst>
              <a:ext uri="{FF2B5EF4-FFF2-40B4-BE49-F238E27FC236}">
                <a16:creationId xmlns:a16="http://schemas.microsoft.com/office/drawing/2014/main" id="{9D2D093B-9938-2BDB-24FE-492BACDAD488}"/>
              </a:ext>
            </a:extLst>
          </p:cNvPr>
          <p:cNvSpPr>
            <a:spLocks noGrp="1"/>
          </p:cNvSpPr>
          <p:nvPr>
            <p:ph type="ftr" sz="quarter" idx="11"/>
          </p:nvPr>
        </p:nvSpPr>
        <p:spPr/>
        <p:txBody>
          <a:bodyPr/>
          <a:lstStyle/>
          <a:p>
            <a:r>
              <a:rPr lang="en-US"/>
              <a:t>Copyrights 2024 CE-UIT. All Rights Reserved.</a:t>
            </a:r>
            <a:endParaRPr lang="en-US" dirty="0"/>
          </a:p>
        </p:txBody>
      </p:sp>
      <p:sp>
        <p:nvSpPr>
          <p:cNvPr id="5" name="Slide Number Placeholder 4">
            <a:extLst>
              <a:ext uri="{FF2B5EF4-FFF2-40B4-BE49-F238E27FC236}">
                <a16:creationId xmlns:a16="http://schemas.microsoft.com/office/drawing/2014/main" id="{90C69500-B738-3672-BBC7-D3E4C2D58620}"/>
              </a:ext>
            </a:extLst>
          </p:cNvPr>
          <p:cNvSpPr>
            <a:spLocks noGrp="1"/>
          </p:cNvSpPr>
          <p:nvPr>
            <p:ph type="sldNum" sz="quarter" idx="12"/>
          </p:nvPr>
        </p:nvSpPr>
        <p:spPr/>
        <p:txBody>
          <a:bodyPr/>
          <a:lstStyle/>
          <a:p>
            <a:fld id="{48F63A3B-78C7-47BE-AE5E-E10140E04643}" type="slidenum">
              <a:rPr lang="en-US" smtClean="0"/>
              <a:pPr/>
              <a:t>10</a:t>
            </a:fld>
            <a:endParaRPr lang="en-US" dirty="0"/>
          </a:p>
        </p:txBody>
      </p:sp>
      <p:sp>
        <p:nvSpPr>
          <p:cNvPr id="9" name="Google Shape;158;p16">
            <a:extLst>
              <a:ext uri="{FF2B5EF4-FFF2-40B4-BE49-F238E27FC236}">
                <a16:creationId xmlns:a16="http://schemas.microsoft.com/office/drawing/2014/main" id="{C788F50C-6129-4B4E-84D0-6DAD3262D032}"/>
              </a:ext>
            </a:extLst>
          </p:cNvPr>
          <p:cNvSpPr txBox="1"/>
          <p:nvPr/>
        </p:nvSpPr>
        <p:spPr>
          <a:xfrm>
            <a:off x="571499" y="1891754"/>
            <a:ext cx="5907123" cy="307777"/>
          </a:xfrm>
          <a:prstGeom prst="rect">
            <a:avLst/>
          </a:prstGeom>
          <a:noFill/>
          <a:ln>
            <a:noFill/>
          </a:ln>
        </p:spPr>
        <p:txBody>
          <a:bodyPr spcFirstLastPara="1" wrap="square" lIns="0" tIns="0" rIns="0" bIns="0" anchor="t" anchorCtr="0">
            <a:spAutoFit/>
          </a:bodyPr>
          <a:lstStyle/>
          <a:p>
            <a:pPr lvl="0"/>
            <a:r>
              <a:rPr lang="vi-VN" sz="2000" b="1" dirty="0">
                <a:solidFill>
                  <a:srgbClr val="10B981"/>
                </a:solidFill>
                <a:latin typeface="+mj-lt"/>
                <a:ea typeface="Poppins SemiBold"/>
                <a:cs typeface="Poppins SemiBold"/>
                <a:sym typeface="Poppins SemiBold"/>
              </a:rPr>
              <a:t>Cơ chế nạp file </a:t>
            </a:r>
            <a:r>
              <a:rPr lang="en-US" sz="2000" b="1" dirty="0" err="1">
                <a:solidFill>
                  <a:srgbClr val="10B981"/>
                </a:solidFill>
                <a:latin typeface="+mj-lt"/>
                <a:ea typeface="Poppins SemiBold"/>
                <a:cs typeface="Poppins SemiBold"/>
                <a:sym typeface="Poppins SemiBold"/>
              </a:rPr>
              <a:t>thông</a:t>
            </a:r>
            <a:r>
              <a:rPr lang="en-US" sz="2000" b="1" dirty="0">
                <a:solidFill>
                  <a:srgbClr val="10B981"/>
                </a:solidFill>
                <a:latin typeface="+mj-lt"/>
                <a:ea typeface="Poppins SemiBold"/>
                <a:cs typeface="Poppins SemiBold"/>
                <a:sym typeface="Poppins SemiBold"/>
              </a:rPr>
              <a:t> </a:t>
            </a:r>
            <a:r>
              <a:rPr lang="vi-VN" sz="2000" b="1" dirty="0">
                <a:solidFill>
                  <a:srgbClr val="10B981"/>
                </a:solidFill>
                <a:latin typeface="+mj-lt"/>
                <a:ea typeface="Poppins SemiBold"/>
                <a:cs typeface="Poppins SemiBold"/>
                <a:sym typeface="Poppins SemiBold"/>
              </a:rPr>
              <a:t>qua mã QR</a:t>
            </a:r>
            <a:endParaRPr sz="2000" b="1" dirty="0">
              <a:latin typeface="+mj-lt"/>
            </a:endParaRPr>
          </a:p>
        </p:txBody>
      </p:sp>
      <p:sp>
        <p:nvSpPr>
          <p:cNvPr id="11" name="TextBox 10">
            <a:extLst>
              <a:ext uri="{FF2B5EF4-FFF2-40B4-BE49-F238E27FC236}">
                <a16:creationId xmlns:a16="http://schemas.microsoft.com/office/drawing/2014/main" id="{5EF1868D-D790-D6F9-495F-A7459B2F6D98}"/>
              </a:ext>
            </a:extLst>
          </p:cNvPr>
          <p:cNvSpPr txBox="1"/>
          <p:nvPr/>
        </p:nvSpPr>
        <p:spPr>
          <a:xfrm>
            <a:off x="493678" y="2254263"/>
            <a:ext cx="5716691" cy="1246495"/>
          </a:xfrm>
          <a:prstGeom prst="rect">
            <a:avLst/>
          </a:prstGeom>
          <a:noFill/>
        </p:spPr>
        <p:txBody>
          <a:bodyPr wrap="square">
            <a:spAutoFit/>
          </a:bodyPr>
          <a:lstStyle/>
          <a:p>
            <a:pPr algn="just"/>
            <a:r>
              <a:rPr lang="vi-VN" sz="1500" dirty="0">
                <a:latin typeface="+mj-lt"/>
              </a:rPr>
              <a:t>Để tối giản hóa phần cứng robot mà vẫn đảm bảo tính đa dụng, hệ thống thiết lập một pipeline xử lý chuyển đổi tài liệu đa phương tiện từ xa.</a:t>
            </a:r>
          </a:p>
          <a:p>
            <a:pPr algn="just"/>
            <a:r>
              <a:rPr lang="vi-VN" sz="1500" dirty="0">
                <a:latin typeface="+mj-lt"/>
              </a:rPr>
              <a:t>Khách tham quan hoặc người thuyết trình chỉ cần dùng thiết bị di động quét mã QR hiển thị trên màn hình robot để kết nối vào máy chủ </a:t>
            </a:r>
            <a:r>
              <a:rPr lang="vi-VN" sz="1500" b="1" dirty="0">
                <a:latin typeface="+mj-lt"/>
              </a:rPr>
              <a:t>HTTP</a:t>
            </a:r>
            <a:r>
              <a:rPr lang="vi-VN" sz="1500" dirty="0">
                <a:latin typeface="+mj-lt"/>
              </a:rPr>
              <a:t> nội bộ (</a:t>
            </a:r>
            <a:r>
              <a:rPr lang="vi-VN" sz="1500" b="1" dirty="0">
                <a:latin typeface="+mj-lt"/>
              </a:rPr>
              <a:t>Port 8081</a:t>
            </a:r>
            <a:r>
              <a:rPr lang="vi-VN" sz="1500" dirty="0">
                <a:latin typeface="+mj-lt"/>
              </a:rPr>
              <a:t>) và tải tệp lên nhanh chóng.</a:t>
            </a:r>
            <a:endParaRPr lang="en-US" sz="1500" dirty="0">
              <a:latin typeface="+mj-lt"/>
            </a:endParaRPr>
          </a:p>
        </p:txBody>
      </p:sp>
      <p:sp>
        <p:nvSpPr>
          <p:cNvPr id="13" name="Google Shape;158;p16">
            <a:extLst>
              <a:ext uri="{FF2B5EF4-FFF2-40B4-BE49-F238E27FC236}">
                <a16:creationId xmlns:a16="http://schemas.microsoft.com/office/drawing/2014/main" id="{5E2DFAE2-0D4A-AFB0-11E2-698942D05F67}"/>
              </a:ext>
            </a:extLst>
          </p:cNvPr>
          <p:cNvSpPr txBox="1"/>
          <p:nvPr/>
        </p:nvSpPr>
        <p:spPr>
          <a:xfrm>
            <a:off x="571500" y="3552856"/>
            <a:ext cx="5907122" cy="307777"/>
          </a:xfrm>
          <a:prstGeom prst="rect">
            <a:avLst/>
          </a:prstGeom>
          <a:noFill/>
          <a:ln>
            <a:noFill/>
          </a:ln>
        </p:spPr>
        <p:txBody>
          <a:bodyPr spcFirstLastPara="1" wrap="square" lIns="0" tIns="0" rIns="0" bIns="0" anchor="t" anchorCtr="0">
            <a:spAutoFit/>
          </a:bodyPr>
          <a:lstStyle/>
          <a:p>
            <a:pPr lvl="0"/>
            <a:r>
              <a:rPr lang="vi-VN" sz="2000" b="1" dirty="0">
                <a:solidFill>
                  <a:srgbClr val="10B981"/>
                </a:solidFill>
                <a:latin typeface="+mj-lt"/>
                <a:ea typeface="Poppins SemiBold"/>
                <a:cs typeface="Poppins SemiBold"/>
                <a:sym typeface="Poppins SemiBold"/>
              </a:rPr>
              <a:t>Giải pháp chuyển đổi Headless</a:t>
            </a:r>
          </a:p>
        </p:txBody>
      </p:sp>
      <p:sp>
        <p:nvSpPr>
          <p:cNvPr id="15" name="TextBox 14">
            <a:extLst>
              <a:ext uri="{FF2B5EF4-FFF2-40B4-BE49-F238E27FC236}">
                <a16:creationId xmlns:a16="http://schemas.microsoft.com/office/drawing/2014/main" id="{1E1CEBAD-F5FB-37C8-74EE-24E103B5EC05}"/>
              </a:ext>
            </a:extLst>
          </p:cNvPr>
          <p:cNvSpPr txBox="1"/>
          <p:nvPr/>
        </p:nvSpPr>
        <p:spPr>
          <a:xfrm>
            <a:off x="493678" y="3916268"/>
            <a:ext cx="5716691" cy="1938992"/>
          </a:xfrm>
          <a:prstGeom prst="rect">
            <a:avLst/>
          </a:prstGeom>
          <a:noFill/>
        </p:spPr>
        <p:txBody>
          <a:bodyPr wrap="square">
            <a:spAutoFit/>
          </a:bodyPr>
          <a:lstStyle/>
          <a:p>
            <a:pPr algn="just"/>
            <a:r>
              <a:rPr lang="vi-VN" sz="1500" b="1" dirty="0">
                <a:latin typeface="+mj-lt"/>
              </a:rPr>
              <a:t>LibreOffice Headless</a:t>
            </a:r>
            <a:r>
              <a:rPr lang="vi-VN" sz="1500" dirty="0">
                <a:latin typeface="+mj-lt"/>
              </a:rPr>
              <a:t>: Khi nhận tệp PowerPoint (.pptx/.ppt), ViewModel tự động kích hoạt một tiến trình nền Linux để chuyển đổi tệp thành định dạng PDF.</a:t>
            </a:r>
          </a:p>
          <a:p>
            <a:pPr algn="just"/>
            <a:r>
              <a:rPr lang="vi-VN" sz="1500" b="1" dirty="0">
                <a:latin typeface="+mj-lt"/>
              </a:rPr>
              <a:t>pdftoppm</a:t>
            </a:r>
            <a:r>
              <a:rPr lang="vi-VN" sz="1500" dirty="0">
                <a:latin typeface="+mj-lt"/>
              </a:rPr>
              <a:t>: Cắt tệp PDF thành các ảnh PNG độ phân giải cao một cách tuần tự.</a:t>
            </a:r>
          </a:p>
          <a:p>
            <a:pPr algn="just"/>
            <a:r>
              <a:rPr lang="vi-VN" sz="1500" b="1" dirty="0">
                <a:latin typeface="+mj-lt"/>
              </a:rPr>
              <a:t>Hiển thị mượt mà trên QML</a:t>
            </a:r>
            <a:r>
              <a:rPr lang="vi-VN" sz="1500" dirty="0">
                <a:latin typeface="+mj-lt"/>
              </a:rPr>
              <a:t>: Sử dụng thành phần ListView tải danh sách ảnh cục bộ, cho phép lướt lật trang trình chiếu cực kỳ nhẹ nhàng, không gây lag.</a:t>
            </a:r>
          </a:p>
        </p:txBody>
      </p:sp>
      <p:pic>
        <p:nvPicPr>
          <p:cNvPr id="17" name="Google Shape;248;p19" descr="image.png">
            <a:extLst>
              <a:ext uri="{FF2B5EF4-FFF2-40B4-BE49-F238E27FC236}">
                <a16:creationId xmlns:a16="http://schemas.microsoft.com/office/drawing/2014/main" id="{B03A0CBF-1F36-0999-05C1-26B046BE14B8}"/>
              </a:ext>
            </a:extLst>
          </p:cNvPr>
          <p:cNvPicPr preferRelativeResize="0"/>
          <p:nvPr/>
        </p:nvPicPr>
        <p:blipFill rotWithShape="1">
          <a:blip r:embed="rId2">
            <a:alphaModFix/>
          </a:blip>
          <a:srcRect/>
          <a:stretch/>
        </p:blipFill>
        <p:spPr>
          <a:xfrm>
            <a:off x="6247284" y="2416596"/>
            <a:ext cx="5819030" cy="2579191"/>
          </a:xfrm>
          <a:prstGeom prst="rect">
            <a:avLst/>
          </a:prstGeom>
          <a:noFill/>
          <a:ln>
            <a:noFill/>
          </a:ln>
        </p:spPr>
      </p:pic>
      <p:pic>
        <p:nvPicPr>
          <p:cNvPr id="19" name="Google Shape;249;p19" descr="image.png">
            <a:extLst>
              <a:ext uri="{FF2B5EF4-FFF2-40B4-BE49-F238E27FC236}">
                <a16:creationId xmlns:a16="http://schemas.microsoft.com/office/drawing/2014/main" id="{3CEC9E41-A9FC-BBAD-2C93-9727B80A87E5}"/>
              </a:ext>
            </a:extLst>
          </p:cNvPr>
          <p:cNvPicPr preferRelativeResize="0"/>
          <p:nvPr/>
        </p:nvPicPr>
        <p:blipFill rotWithShape="1">
          <a:blip r:embed="rId3">
            <a:alphaModFix/>
          </a:blip>
          <a:srcRect/>
          <a:stretch/>
        </p:blipFill>
        <p:spPr>
          <a:xfrm>
            <a:off x="6494934" y="2997012"/>
            <a:ext cx="5323730" cy="510480"/>
          </a:xfrm>
          <a:prstGeom prst="rect">
            <a:avLst/>
          </a:prstGeom>
          <a:noFill/>
          <a:ln>
            <a:noFill/>
          </a:ln>
        </p:spPr>
      </p:pic>
      <p:pic>
        <p:nvPicPr>
          <p:cNvPr id="21" name="Google Shape;250;p19" descr="image.png">
            <a:extLst>
              <a:ext uri="{FF2B5EF4-FFF2-40B4-BE49-F238E27FC236}">
                <a16:creationId xmlns:a16="http://schemas.microsoft.com/office/drawing/2014/main" id="{A25B7F4F-A5E4-6876-2C79-8B5D42B9F031}"/>
              </a:ext>
            </a:extLst>
          </p:cNvPr>
          <p:cNvPicPr preferRelativeResize="0"/>
          <p:nvPr/>
        </p:nvPicPr>
        <p:blipFill rotWithShape="1">
          <a:blip r:embed="rId4">
            <a:alphaModFix/>
          </a:blip>
          <a:srcRect/>
          <a:stretch/>
        </p:blipFill>
        <p:spPr>
          <a:xfrm>
            <a:off x="6494934" y="3622198"/>
            <a:ext cx="5323730" cy="510480"/>
          </a:xfrm>
          <a:prstGeom prst="rect">
            <a:avLst/>
          </a:prstGeom>
          <a:noFill/>
          <a:ln>
            <a:noFill/>
          </a:ln>
        </p:spPr>
      </p:pic>
      <p:pic>
        <p:nvPicPr>
          <p:cNvPr id="23" name="Google Shape;251;p19" descr="image.png">
            <a:extLst>
              <a:ext uri="{FF2B5EF4-FFF2-40B4-BE49-F238E27FC236}">
                <a16:creationId xmlns:a16="http://schemas.microsoft.com/office/drawing/2014/main" id="{E6DCCF10-D151-58A5-A8E0-FC452C2C9D07}"/>
              </a:ext>
            </a:extLst>
          </p:cNvPr>
          <p:cNvPicPr preferRelativeResize="0"/>
          <p:nvPr/>
        </p:nvPicPr>
        <p:blipFill rotWithShape="1">
          <a:blip r:embed="rId3">
            <a:alphaModFix/>
          </a:blip>
          <a:srcRect/>
          <a:stretch/>
        </p:blipFill>
        <p:spPr>
          <a:xfrm>
            <a:off x="6494934" y="4237657"/>
            <a:ext cx="5323730" cy="510480"/>
          </a:xfrm>
          <a:prstGeom prst="rect">
            <a:avLst/>
          </a:prstGeom>
          <a:noFill/>
          <a:ln>
            <a:noFill/>
          </a:ln>
        </p:spPr>
      </p:pic>
      <p:sp>
        <p:nvSpPr>
          <p:cNvPr id="25" name="Google Shape;259;p19">
            <a:extLst>
              <a:ext uri="{FF2B5EF4-FFF2-40B4-BE49-F238E27FC236}">
                <a16:creationId xmlns:a16="http://schemas.microsoft.com/office/drawing/2014/main" id="{C7EA8BA8-79E6-2FBB-F92C-E6338A59985D}"/>
              </a:ext>
            </a:extLst>
          </p:cNvPr>
          <p:cNvSpPr txBox="1"/>
          <p:nvPr/>
        </p:nvSpPr>
        <p:spPr>
          <a:xfrm>
            <a:off x="6361840" y="2605878"/>
            <a:ext cx="5589917" cy="230832"/>
          </a:xfrm>
          <a:prstGeom prst="rect">
            <a:avLst/>
          </a:prstGeom>
          <a:noFill/>
          <a:ln>
            <a:noFill/>
          </a:ln>
        </p:spPr>
        <p:txBody>
          <a:bodyPr spcFirstLastPara="1" wrap="square" lIns="104775" tIns="0" rIns="0" bIns="0" anchor="t" anchorCtr="0">
            <a:spAutoFit/>
          </a:bodyPr>
          <a:lstStyle/>
          <a:p>
            <a:pPr marL="0" marR="0" lvl="0" indent="0" algn="ctr" rtl="0">
              <a:spcBef>
                <a:spcPts val="0"/>
              </a:spcBef>
              <a:spcAft>
                <a:spcPts val="0"/>
              </a:spcAft>
              <a:buNone/>
            </a:pPr>
            <a:r>
              <a:rPr lang="en-US" sz="1500" b="0" i="0" u="none" strike="noStrike" cap="none" dirty="0" err="1">
                <a:solidFill>
                  <a:srgbClr val="10B981"/>
                </a:solidFill>
                <a:latin typeface="+mj-lt"/>
                <a:ea typeface="Poppins SemiBold"/>
                <a:cs typeface="Poppins SemiBold"/>
                <a:sym typeface="Poppins SemiBold"/>
              </a:rPr>
              <a:t>Sơ</a:t>
            </a:r>
            <a:r>
              <a:rPr lang="en-US" sz="1500" b="0" i="0" u="none" strike="noStrike" cap="none" dirty="0">
                <a:solidFill>
                  <a:srgbClr val="10B981"/>
                </a:solidFill>
                <a:latin typeface="+mj-lt"/>
                <a:ea typeface="Poppins SemiBold"/>
                <a:cs typeface="Poppins SemiBold"/>
                <a:sym typeface="Poppins SemiBold"/>
              </a:rPr>
              <a:t> </a:t>
            </a:r>
            <a:r>
              <a:rPr lang="en-US" sz="1500" b="0" i="0" u="none" strike="noStrike" cap="none" dirty="0" err="1">
                <a:solidFill>
                  <a:srgbClr val="10B981"/>
                </a:solidFill>
                <a:latin typeface="+mj-lt"/>
                <a:ea typeface="Poppins SemiBold"/>
                <a:cs typeface="Poppins SemiBold"/>
                <a:sym typeface="Poppins SemiBold"/>
              </a:rPr>
              <a:t>đồ</a:t>
            </a:r>
            <a:r>
              <a:rPr lang="en-US" sz="1500" b="0" i="0" u="none" strike="noStrike" cap="none" dirty="0">
                <a:solidFill>
                  <a:srgbClr val="10B981"/>
                </a:solidFill>
                <a:latin typeface="+mj-lt"/>
                <a:ea typeface="Poppins SemiBold"/>
                <a:cs typeface="Poppins SemiBold"/>
                <a:sym typeface="Poppins SemiBold"/>
              </a:rPr>
              <a:t> </a:t>
            </a:r>
            <a:r>
              <a:rPr lang="en-US" sz="1500" b="0" i="0" u="none" strike="noStrike" cap="none" dirty="0" err="1">
                <a:solidFill>
                  <a:srgbClr val="10B981"/>
                </a:solidFill>
                <a:latin typeface="+mj-lt"/>
                <a:ea typeface="Poppins SemiBold"/>
                <a:cs typeface="Poppins SemiBold"/>
                <a:sym typeface="Poppins SemiBold"/>
              </a:rPr>
              <a:t>luồng</a:t>
            </a:r>
            <a:r>
              <a:rPr lang="en-US" sz="1500" b="0" i="0" u="none" strike="noStrike" cap="none" dirty="0">
                <a:solidFill>
                  <a:srgbClr val="10B981"/>
                </a:solidFill>
                <a:latin typeface="+mj-lt"/>
                <a:ea typeface="Poppins SemiBold"/>
                <a:cs typeface="Poppins SemiBold"/>
                <a:sym typeface="Poppins SemiBold"/>
              </a:rPr>
              <a:t> </a:t>
            </a:r>
            <a:r>
              <a:rPr lang="en-US" sz="1500" b="0" i="0" u="none" strike="noStrike" cap="none" dirty="0" err="1">
                <a:solidFill>
                  <a:srgbClr val="10B981"/>
                </a:solidFill>
                <a:latin typeface="+mj-lt"/>
                <a:ea typeface="Poppins SemiBold"/>
                <a:cs typeface="Poppins SemiBold"/>
                <a:sym typeface="Poppins SemiBold"/>
              </a:rPr>
              <a:t>xử</a:t>
            </a:r>
            <a:r>
              <a:rPr lang="en-US" sz="1500" b="0" i="0" u="none" strike="noStrike" cap="none" dirty="0">
                <a:solidFill>
                  <a:srgbClr val="10B981"/>
                </a:solidFill>
                <a:latin typeface="+mj-lt"/>
                <a:ea typeface="Poppins SemiBold"/>
                <a:cs typeface="Poppins SemiBold"/>
                <a:sym typeface="Poppins SemiBold"/>
              </a:rPr>
              <a:t> </a:t>
            </a:r>
            <a:r>
              <a:rPr lang="en-US" sz="1500" b="0" i="0" u="none" strike="noStrike" cap="none" dirty="0" err="1">
                <a:solidFill>
                  <a:srgbClr val="10B981"/>
                </a:solidFill>
                <a:latin typeface="+mj-lt"/>
                <a:ea typeface="Poppins SemiBold"/>
                <a:cs typeface="Poppins SemiBold"/>
                <a:sym typeface="Poppins SemiBold"/>
              </a:rPr>
              <a:t>lý</a:t>
            </a:r>
            <a:r>
              <a:rPr lang="en-US" sz="1500" b="0" i="0" u="none" strike="noStrike" cap="none" dirty="0">
                <a:solidFill>
                  <a:srgbClr val="10B981"/>
                </a:solidFill>
                <a:latin typeface="+mj-lt"/>
                <a:ea typeface="Poppins SemiBold"/>
                <a:cs typeface="Poppins SemiBold"/>
                <a:sym typeface="Poppins SemiBold"/>
              </a:rPr>
              <a:t> </a:t>
            </a:r>
            <a:r>
              <a:rPr lang="en-US" sz="1500" b="0" i="0" u="none" strike="noStrike" cap="none" dirty="0" err="1">
                <a:solidFill>
                  <a:srgbClr val="10B981"/>
                </a:solidFill>
                <a:latin typeface="+mj-lt"/>
                <a:ea typeface="Poppins SemiBold"/>
                <a:cs typeface="Poppins SemiBold"/>
                <a:sym typeface="Poppins SemiBold"/>
              </a:rPr>
              <a:t>tệp</a:t>
            </a:r>
            <a:r>
              <a:rPr lang="en-US" sz="1500" b="0" i="0" u="none" strike="noStrike" cap="none" dirty="0">
                <a:solidFill>
                  <a:srgbClr val="10B981"/>
                </a:solidFill>
                <a:latin typeface="+mj-lt"/>
                <a:ea typeface="Poppins SemiBold"/>
                <a:cs typeface="Poppins SemiBold"/>
                <a:sym typeface="Poppins SemiBold"/>
              </a:rPr>
              <a:t> </a:t>
            </a:r>
            <a:r>
              <a:rPr lang="en-US" sz="1500" b="0" i="0" u="none" strike="noStrike" cap="none" dirty="0" err="1">
                <a:solidFill>
                  <a:srgbClr val="10B981"/>
                </a:solidFill>
                <a:latin typeface="+mj-lt"/>
                <a:ea typeface="Poppins SemiBold"/>
                <a:cs typeface="Poppins SemiBold"/>
                <a:sym typeface="Poppins SemiBold"/>
              </a:rPr>
              <a:t>thuyết</a:t>
            </a:r>
            <a:r>
              <a:rPr lang="en-US" sz="1500" b="0" i="0" u="none" strike="noStrike" cap="none" dirty="0">
                <a:solidFill>
                  <a:srgbClr val="10B981"/>
                </a:solidFill>
                <a:latin typeface="+mj-lt"/>
                <a:ea typeface="Poppins SemiBold"/>
                <a:cs typeface="Poppins SemiBold"/>
                <a:sym typeface="Poppins SemiBold"/>
              </a:rPr>
              <a:t> </a:t>
            </a:r>
            <a:r>
              <a:rPr lang="en-US" sz="1500" b="0" i="0" u="none" strike="noStrike" cap="none" dirty="0" err="1">
                <a:solidFill>
                  <a:srgbClr val="10B981"/>
                </a:solidFill>
                <a:latin typeface="+mj-lt"/>
                <a:ea typeface="Poppins SemiBold"/>
                <a:cs typeface="Poppins SemiBold"/>
                <a:sym typeface="Poppins SemiBold"/>
              </a:rPr>
              <a:t>trình</a:t>
            </a:r>
            <a:endParaRPr sz="1500" dirty="0">
              <a:latin typeface="+mj-lt"/>
            </a:endParaRPr>
          </a:p>
        </p:txBody>
      </p:sp>
      <p:pic>
        <p:nvPicPr>
          <p:cNvPr id="27" name="Google Shape;263;p19" descr="image.png">
            <a:extLst>
              <a:ext uri="{FF2B5EF4-FFF2-40B4-BE49-F238E27FC236}">
                <a16:creationId xmlns:a16="http://schemas.microsoft.com/office/drawing/2014/main" id="{4C9FE34D-4E0C-1E82-E195-405525EBFD9D}"/>
              </a:ext>
            </a:extLst>
          </p:cNvPr>
          <p:cNvPicPr preferRelativeResize="0"/>
          <p:nvPr/>
        </p:nvPicPr>
        <p:blipFill rotWithShape="1">
          <a:blip r:embed="rId5">
            <a:alphaModFix/>
          </a:blip>
          <a:srcRect/>
          <a:stretch/>
        </p:blipFill>
        <p:spPr>
          <a:xfrm>
            <a:off x="7742262" y="2653706"/>
            <a:ext cx="104775" cy="142875"/>
          </a:xfrm>
          <a:prstGeom prst="rect">
            <a:avLst/>
          </a:prstGeom>
          <a:noFill/>
          <a:ln>
            <a:noFill/>
          </a:ln>
        </p:spPr>
      </p:pic>
      <p:sp>
        <p:nvSpPr>
          <p:cNvPr id="29" name="Google Shape;267;p19">
            <a:extLst>
              <a:ext uri="{FF2B5EF4-FFF2-40B4-BE49-F238E27FC236}">
                <a16:creationId xmlns:a16="http://schemas.microsoft.com/office/drawing/2014/main" id="{4AEC76BB-5263-7228-B8AF-763C8E1AD74C}"/>
              </a:ext>
            </a:extLst>
          </p:cNvPr>
          <p:cNvSpPr txBox="1"/>
          <p:nvPr/>
        </p:nvSpPr>
        <p:spPr>
          <a:xfrm>
            <a:off x="6637809" y="3152240"/>
            <a:ext cx="190500"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10B981"/>
                </a:solidFill>
                <a:latin typeface="Inter"/>
                <a:ea typeface="Inter"/>
                <a:cs typeface="Inter"/>
                <a:sym typeface="Inter"/>
              </a:rPr>
              <a:t>01</a:t>
            </a:r>
            <a:endParaRPr/>
          </a:p>
        </p:txBody>
      </p:sp>
      <p:sp>
        <p:nvSpPr>
          <p:cNvPr id="31" name="Google Shape;268;p19">
            <a:extLst>
              <a:ext uri="{FF2B5EF4-FFF2-40B4-BE49-F238E27FC236}">
                <a16:creationId xmlns:a16="http://schemas.microsoft.com/office/drawing/2014/main" id="{45D0F702-CAB7-6FB5-3044-5284A67E8978}"/>
              </a:ext>
            </a:extLst>
          </p:cNvPr>
          <p:cNvSpPr txBox="1"/>
          <p:nvPr/>
        </p:nvSpPr>
        <p:spPr>
          <a:xfrm>
            <a:off x="6637809" y="3777426"/>
            <a:ext cx="219075"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dirty="0">
                <a:solidFill>
                  <a:srgbClr val="10B981"/>
                </a:solidFill>
                <a:latin typeface="Inter"/>
                <a:ea typeface="Inter"/>
                <a:cs typeface="Inter"/>
                <a:sym typeface="Inter"/>
              </a:rPr>
              <a:t>02</a:t>
            </a:r>
            <a:endParaRPr dirty="0"/>
          </a:p>
        </p:txBody>
      </p:sp>
      <p:sp>
        <p:nvSpPr>
          <p:cNvPr id="33" name="Google Shape;269;p19">
            <a:extLst>
              <a:ext uri="{FF2B5EF4-FFF2-40B4-BE49-F238E27FC236}">
                <a16:creationId xmlns:a16="http://schemas.microsoft.com/office/drawing/2014/main" id="{0E0E052A-2A97-EA0C-9ED3-40B0AF537513}"/>
              </a:ext>
            </a:extLst>
          </p:cNvPr>
          <p:cNvSpPr txBox="1"/>
          <p:nvPr/>
        </p:nvSpPr>
        <p:spPr>
          <a:xfrm>
            <a:off x="6637809" y="4392884"/>
            <a:ext cx="219075"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10B981"/>
                </a:solidFill>
                <a:latin typeface="Inter"/>
                <a:ea typeface="Inter"/>
                <a:cs typeface="Inter"/>
                <a:sym typeface="Inter"/>
              </a:rPr>
              <a:t>03</a:t>
            </a:r>
            <a:endParaRPr/>
          </a:p>
        </p:txBody>
      </p:sp>
      <p:sp>
        <p:nvSpPr>
          <p:cNvPr id="35" name="Google Shape;270;p19">
            <a:extLst>
              <a:ext uri="{FF2B5EF4-FFF2-40B4-BE49-F238E27FC236}">
                <a16:creationId xmlns:a16="http://schemas.microsoft.com/office/drawing/2014/main" id="{77086DCC-AA53-0371-F4B5-A0A36B92363B}"/>
              </a:ext>
            </a:extLst>
          </p:cNvPr>
          <p:cNvSpPr txBox="1"/>
          <p:nvPr/>
        </p:nvSpPr>
        <p:spPr>
          <a:xfrm>
            <a:off x="6971184" y="3101787"/>
            <a:ext cx="1447800"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0" i="0" u="none" strike="noStrike" cap="none">
                <a:solidFill>
                  <a:srgbClr val="F8FAFC"/>
                </a:solidFill>
                <a:latin typeface="Inter SemiBold"/>
                <a:ea typeface="Inter SemiBold"/>
                <a:cs typeface="Inter SemiBold"/>
                <a:sym typeface="Inter SemiBold"/>
              </a:rPr>
              <a:t>Quét mã QR &amp; Tải file lên</a:t>
            </a:r>
            <a:endParaRPr/>
          </a:p>
        </p:txBody>
      </p:sp>
      <p:sp>
        <p:nvSpPr>
          <p:cNvPr id="37" name="Google Shape;271;p19">
            <a:extLst>
              <a:ext uri="{FF2B5EF4-FFF2-40B4-BE49-F238E27FC236}">
                <a16:creationId xmlns:a16="http://schemas.microsoft.com/office/drawing/2014/main" id="{FAA2A391-F526-D9B7-AA91-8283D7271518}"/>
              </a:ext>
            </a:extLst>
          </p:cNvPr>
          <p:cNvSpPr txBox="1"/>
          <p:nvPr/>
        </p:nvSpPr>
        <p:spPr>
          <a:xfrm>
            <a:off x="6971184" y="3263712"/>
            <a:ext cx="2933700" cy="167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825" b="0" i="0" u="none" strike="noStrike" cap="none">
                <a:solidFill>
                  <a:srgbClr val="94A3B8"/>
                </a:solidFill>
                <a:latin typeface="Inter"/>
                <a:ea typeface="Inter"/>
                <a:cs typeface="Inter"/>
                <a:sym typeface="Inter"/>
              </a:rPr>
              <a:t>Thiết bị di động gửi tệp qua HTTP Server Port 8081 nội bộ.</a:t>
            </a:r>
            <a:endParaRPr/>
          </a:p>
        </p:txBody>
      </p:sp>
      <p:sp>
        <p:nvSpPr>
          <p:cNvPr id="39" name="Google Shape;272;p19">
            <a:extLst>
              <a:ext uri="{FF2B5EF4-FFF2-40B4-BE49-F238E27FC236}">
                <a16:creationId xmlns:a16="http://schemas.microsoft.com/office/drawing/2014/main" id="{24E399D5-7E19-00CF-E4ED-4DEA421AE4CB}"/>
              </a:ext>
            </a:extLst>
          </p:cNvPr>
          <p:cNvSpPr txBox="1"/>
          <p:nvPr/>
        </p:nvSpPr>
        <p:spPr>
          <a:xfrm>
            <a:off x="6999759" y="3726973"/>
            <a:ext cx="2057400"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0" i="0" u="none" strike="noStrike" cap="none" dirty="0">
                <a:solidFill>
                  <a:srgbClr val="F8FAFC"/>
                </a:solidFill>
                <a:latin typeface="Inter SemiBold"/>
                <a:ea typeface="Inter SemiBold"/>
                <a:cs typeface="Inter SemiBold"/>
                <a:sym typeface="Inter SemiBold"/>
              </a:rPr>
              <a:t>Headless Conversion (LibreOffice)</a:t>
            </a:r>
            <a:endParaRPr dirty="0"/>
          </a:p>
        </p:txBody>
      </p:sp>
      <p:sp>
        <p:nvSpPr>
          <p:cNvPr id="41" name="Google Shape;273;p19">
            <a:extLst>
              <a:ext uri="{FF2B5EF4-FFF2-40B4-BE49-F238E27FC236}">
                <a16:creationId xmlns:a16="http://schemas.microsoft.com/office/drawing/2014/main" id="{397012EE-2002-1E09-439D-CF6DD77D17C9}"/>
              </a:ext>
            </a:extLst>
          </p:cNvPr>
          <p:cNvSpPr txBox="1"/>
          <p:nvPr/>
        </p:nvSpPr>
        <p:spPr>
          <a:xfrm>
            <a:off x="6999759" y="3888898"/>
            <a:ext cx="2752725" cy="167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825" b="0" i="0" u="none" strike="noStrike" cap="none" dirty="0" err="1">
                <a:solidFill>
                  <a:srgbClr val="94A3B8"/>
                </a:solidFill>
                <a:latin typeface="Inter"/>
                <a:ea typeface="Inter"/>
                <a:cs typeface="Inter"/>
                <a:sym typeface="Inter"/>
              </a:rPr>
              <a:t>QProcess</a:t>
            </a:r>
            <a:r>
              <a:rPr lang="en-US" sz="825" b="0" i="0" u="none" strike="noStrike" cap="none" dirty="0">
                <a:solidFill>
                  <a:srgbClr val="94A3B8"/>
                </a:solidFill>
                <a:latin typeface="Inter"/>
                <a:ea typeface="Inter"/>
                <a:cs typeface="Inter"/>
                <a:sym typeface="Inter"/>
              </a:rPr>
              <a:t> </a:t>
            </a:r>
            <a:r>
              <a:rPr lang="en-US" sz="825" b="0" i="0" u="none" strike="noStrike" cap="none" dirty="0" err="1">
                <a:solidFill>
                  <a:srgbClr val="94A3B8"/>
                </a:solidFill>
                <a:latin typeface="Inter"/>
                <a:ea typeface="Inter"/>
                <a:cs typeface="Inter"/>
                <a:sym typeface="Inter"/>
              </a:rPr>
              <a:t>tự</a:t>
            </a:r>
            <a:r>
              <a:rPr lang="en-US" sz="825" b="0" i="0" u="none" strike="noStrike" cap="none" dirty="0">
                <a:solidFill>
                  <a:srgbClr val="94A3B8"/>
                </a:solidFill>
                <a:latin typeface="Inter"/>
                <a:ea typeface="Inter"/>
                <a:cs typeface="Inter"/>
                <a:sym typeface="Inter"/>
              </a:rPr>
              <a:t> </a:t>
            </a:r>
            <a:r>
              <a:rPr lang="en-US" sz="825" b="0" i="0" u="none" strike="noStrike" cap="none" dirty="0" err="1">
                <a:solidFill>
                  <a:srgbClr val="94A3B8"/>
                </a:solidFill>
                <a:latin typeface="Inter"/>
                <a:ea typeface="Inter"/>
                <a:cs typeface="Inter"/>
                <a:sym typeface="Inter"/>
              </a:rPr>
              <a:t>động</a:t>
            </a:r>
            <a:r>
              <a:rPr lang="en-US" sz="825" b="0" i="0" u="none" strike="noStrike" cap="none" dirty="0">
                <a:solidFill>
                  <a:srgbClr val="94A3B8"/>
                </a:solidFill>
                <a:latin typeface="Inter"/>
                <a:ea typeface="Inter"/>
                <a:cs typeface="Inter"/>
                <a:sym typeface="Inter"/>
              </a:rPr>
              <a:t> </a:t>
            </a:r>
            <a:r>
              <a:rPr lang="en-US" sz="825" b="0" i="0" u="none" strike="noStrike" cap="none" dirty="0" err="1">
                <a:solidFill>
                  <a:srgbClr val="94A3B8"/>
                </a:solidFill>
                <a:latin typeface="Inter"/>
                <a:ea typeface="Inter"/>
                <a:cs typeface="Inter"/>
                <a:sym typeface="Inter"/>
              </a:rPr>
              <a:t>biên</a:t>
            </a:r>
            <a:r>
              <a:rPr lang="en-US" sz="825" b="0" i="0" u="none" strike="noStrike" cap="none" dirty="0">
                <a:solidFill>
                  <a:srgbClr val="94A3B8"/>
                </a:solidFill>
                <a:latin typeface="Inter"/>
                <a:ea typeface="Inter"/>
                <a:cs typeface="Inter"/>
                <a:sym typeface="Inter"/>
              </a:rPr>
              <a:t> </a:t>
            </a:r>
            <a:r>
              <a:rPr lang="en-US" sz="825" b="0" i="0" u="none" strike="noStrike" cap="none" dirty="0" err="1">
                <a:solidFill>
                  <a:srgbClr val="94A3B8"/>
                </a:solidFill>
                <a:latin typeface="Inter"/>
                <a:ea typeface="Inter"/>
                <a:cs typeface="Inter"/>
                <a:sym typeface="Inter"/>
              </a:rPr>
              <a:t>dịch</a:t>
            </a:r>
            <a:r>
              <a:rPr lang="en-US" sz="825" b="0" i="0" u="none" strike="noStrike" cap="none" dirty="0">
                <a:solidFill>
                  <a:srgbClr val="94A3B8"/>
                </a:solidFill>
                <a:latin typeface="Inter"/>
                <a:ea typeface="Inter"/>
                <a:cs typeface="Inter"/>
                <a:sym typeface="Inter"/>
              </a:rPr>
              <a:t>: PPTX ➔ PDF </a:t>
            </a:r>
            <a:r>
              <a:rPr lang="en-US" sz="825" b="0" i="0" u="none" strike="noStrike" cap="none" dirty="0" err="1">
                <a:solidFill>
                  <a:srgbClr val="94A3B8"/>
                </a:solidFill>
                <a:latin typeface="Inter"/>
                <a:ea typeface="Inter"/>
                <a:cs typeface="Inter"/>
                <a:sym typeface="Inter"/>
              </a:rPr>
              <a:t>ẩn</a:t>
            </a:r>
            <a:r>
              <a:rPr lang="en-US" sz="825" b="0" i="0" u="none" strike="noStrike" cap="none" dirty="0">
                <a:solidFill>
                  <a:srgbClr val="94A3B8"/>
                </a:solidFill>
                <a:latin typeface="Inter"/>
                <a:ea typeface="Inter"/>
                <a:cs typeface="Inter"/>
                <a:sym typeface="Inter"/>
              </a:rPr>
              <a:t> </a:t>
            </a:r>
            <a:r>
              <a:rPr lang="en-US" sz="825" b="0" i="0" u="none" strike="noStrike" cap="none" dirty="0" err="1">
                <a:solidFill>
                  <a:srgbClr val="94A3B8"/>
                </a:solidFill>
                <a:latin typeface="Inter"/>
                <a:ea typeface="Inter"/>
                <a:cs typeface="Inter"/>
                <a:sym typeface="Inter"/>
              </a:rPr>
              <a:t>dưới</a:t>
            </a:r>
            <a:r>
              <a:rPr lang="en-US" sz="825" b="0" i="0" u="none" strike="noStrike" cap="none" dirty="0">
                <a:solidFill>
                  <a:srgbClr val="94A3B8"/>
                </a:solidFill>
                <a:latin typeface="Inter"/>
                <a:ea typeface="Inter"/>
                <a:cs typeface="Inter"/>
                <a:sym typeface="Inter"/>
              </a:rPr>
              <a:t> </a:t>
            </a:r>
            <a:r>
              <a:rPr lang="en-US" sz="825" b="0" i="0" u="none" strike="noStrike" cap="none" dirty="0" err="1">
                <a:solidFill>
                  <a:srgbClr val="94A3B8"/>
                </a:solidFill>
                <a:latin typeface="Inter"/>
                <a:ea typeface="Inter"/>
                <a:cs typeface="Inter"/>
                <a:sym typeface="Inter"/>
              </a:rPr>
              <a:t>nền</a:t>
            </a:r>
            <a:r>
              <a:rPr lang="en-US" sz="825" b="0" i="0" u="none" strike="noStrike" cap="none" dirty="0">
                <a:solidFill>
                  <a:srgbClr val="94A3B8"/>
                </a:solidFill>
                <a:latin typeface="Inter"/>
                <a:ea typeface="Inter"/>
                <a:cs typeface="Inter"/>
                <a:sym typeface="Inter"/>
              </a:rPr>
              <a:t>.</a:t>
            </a:r>
            <a:endParaRPr dirty="0"/>
          </a:p>
        </p:txBody>
      </p:sp>
      <p:sp>
        <p:nvSpPr>
          <p:cNvPr id="43" name="Google Shape;274;p19">
            <a:extLst>
              <a:ext uri="{FF2B5EF4-FFF2-40B4-BE49-F238E27FC236}">
                <a16:creationId xmlns:a16="http://schemas.microsoft.com/office/drawing/2014/main" id="{0E9105ED-03D8-A2A4-BD6D-36261701C00B}"/>
              </a:ext>
            </a:extLst>
          </p:cNvPr>
          <p:cNvSpPr txBox="1"/>
          <p:nvPr/>
        </p:nvSpPr>
        <p:spPr>
          <a:xfrm>
            <a:off x="6999759" y="4342432"/>
            <a:ext cx="1771650"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0" i="0" u="none" strike="noStrike" cap="none">
                <a:solidFill>
                  <a:srgbClr val="F8FAFC"/>
                </a:solidFill>
                <a:latin typeface="Inter SemiBold"/>
                <a:ea typeface="Inter SemiBold"/>
                <a:cs typeface="Inter SemiBold"/>
                <a:sym typeface="Inter SemiBold"/>
              </a:rPr>
              <a:t>Cắt ảnh (pdftoppm) &amp; Hiển thị</a:t>
            </a:r>
            <a:endParaRPr/>
          </a:p>
        </p:txBody>
      </p:sp>
      <p:sp>
        <p:nvSpPr>
          <p:cNvPr id="45" name="Google Shape;275;p19">
            <a:extLst>
              <a:ext uri="{FF2B5EF4-FFF2-40B4-BE49-F238E27FC236}">
                <a16:creationId xmlns:a16="http://schemas.microsoft.com/office/drawing/2014/main" id="{A4A2CFA5-D777-EC98-6F86-76B7D78BEFEB}"/>
              </a:ext>
            </a:extLst>
          </p:cNvPr>
          <p:cNvSpPr txBox="1"/>
          <p:nvPr/>
        </p:nvSpPr>
        <p:spPr>
          <a:xfrm>
            <a:off x="6999759" y="4504357"/>
            <a:ext cx="3086100" cy="167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825" b="0" i="0" u="none" strike="noStrike" cap="none">
                <a:solidFill>
                  <a:srgbClr val="94A3B8"/>
                </a:solidFill>
                <a:latin typeface="Inter"/>
                <a:ea typeface="Inter"/>
                <a:cs typeface="Inter"/>
                <a:sym typeface="Inter"/>
              </a:rPr>
              <a:t>PDF ➔ Chuỗi PNG độ nét cao nạp trực tiếp vào QML ListView.</a:t>
            </a:r>
            <a:endParaRPr/>
          </a:p>
        </p:txBody>
      </p:sp>
    </p:spTree>
    <p:extLst>
      <p:ext uri="{BB962C8B-B14F-4D97-AF65-F5344CB8AC3E}">
        <p14:creationId xmlns:p14="http://schemas.microsoft.com/office/powerpoint/2010/main" val="34776156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BA2CF-8159-E2CC-CB07-83B119ADAF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7013BF-DD06-9B94-C286-45155FD5A771}"/>
              </a:ext>
            </a:extLst>
          </p:cNvPr>
          <p:cNvSpPr>
            <a:spLocks noGrp="1"/>
          </p:cNvSpPr>
          <p:nvPr>
            <p:ph type="title"/>
          </p:nvPr>
        </p:nvSpPr>
        <p:spPr>
          <a:xfrm>
            <a:off x="657226" y="1248199"/>
            <a:ext cx="10889506" cy="590330"/>
          </a:xfrm>
        </p:spPr>
        <p:txBody>
          <a:bodyPr anchor="ctr">
            <a:normAutofit/>
          </a:bodyPr>
          <a:lstStyle/>
          <a:p>
            <a:r>
              <a:rPr lang="en-VN" sz="3100" dirty="0"/>
              <a:t>2.</a:t>
            </a:r>
            <a:r>
              <a:rPr lang="en-US" sz="3100" dirty="0"/>
              <a:t>6 </a:t>
            </a:r>
            <a:r>
              <a:rPr lang="en-US" sz="3100" dirty="0" err="1"/>
              <a:t>Thuật</a:t>
            </a:r>
            <a:r>
              <a:rPr lang="en-US" sz="3100" dirty="0"/>
              <a:t> </a:t>
            </a:r>
            <a:r>
              <a:rPr lang="en-US" sz="3100" dirty="0" err="1"/>
              <a:t>toán</a:t>
            </a:r>
            <a:r>
              <a:rPr lang="en-US" sz="3100" dirty="0"/>
              <a:t> </a:t>
            </a:r>
            <a:r>
              <a:rPr lang="en-US" sz="3100" dirty="0" err="1"/>
              <a:t>kiểm</a:t>
            </a:r>
            <a:r>
              <a:rPr lang="en-US" sz="3100" dirty="0"/>
              <a:t> </a:t>
            </a:r>
            <a:r>
              <a:rPr lang="en-US" sz="3100" dirty="0" err="1"/>
              <a:t>tra</a:t>
            </a:r>
            <a:r>
              <a:rPr lang="en-US" sz="3100" dirty="0"/>
              <a:t> an </a:t>
            </a:r>
            <a:r>
              <a:rPr lang="en-US" sz="3100" dirty="0" err="1"/>
              <a:t>toàn</a:t>
            </a:r>
            <a:r>
              <a:rPr lang="en-US" sz="3100" dirty="0"/>
              <a:t> </a:t>
            </a:r>
            <a:r>
              <a:rPr lang="en-US" sz="3100" dirty="0" err="1"/>
              <a:t>hệ</a:t>
            </a:r>
            <a:r>
              <a:rPr lang="en-US" sz="3100" dirty="0"/>
              <a:t> </a:t>
            </a:r>
            <a:r>
              <a:rPr lang="en-US" sz="3100" dirty="0" err="1"/>
              <a:t>thống</a:t>
            </a:r>
            <a:endParaRPr lang="en-VN" sz="3100" dirty="0"/>
          </a:p>
        </p:txBody>
      </p:sp>
      <p:sp>
        <p:nvSpPr>
          <p:cNvPr id="4" name="Footer Placeholder 3">
            <a:extLst>
              <a:ext uri="{FF2B5EF4-FFF2-40B4-BE49-F238E27FC236}">
                <a16:creationId xmlns:a16="http://schemas.microsoft.com/office/drawing/2014/main" id="{4F8D20D7-AF06-8FCA-4FFE-5FF3EA332727}"/>
              </a:ext>
            </a:extLst>
          </p:cNvPr>
          <p:cNvSpPr>
            <a:spLocks noGrp="1"/>
          </p:cNvSpPr>
          <p:nvPr>
            <p:ph type="ftr" sz="quarter" idx="11"/>
          </p:nvPr>
        </p:nvSpPr>
        <p:spPr>
          <a:xfrm>
            <a:off x="4038600" y="6356350"/>
            <a:ext cx="4114800" cy="365125"/>
          </a:xfrm>
        </p:spPr>
        <p:txBody>
          <a:bodyPr anchor="ctr">
            <a:normAutofit/>
          </a:bodyPr>
          <a:lstStyle/>
          <a:p>
            <a:pPr>
              <a:spcAft>
                <a:spcPts val="600"/>
              </a:spcAft>
            </a:pPr>
            <a:r>
              <a:rPr lang="en-US"/>
              <a:t>Copyrights 2024 CE-UIT. All Rights Reserved.</a:t>
            </a:r>
          </a:p>
        </p:txBody>
      </p:sp>
      <p:sp>
        <p:nvSpPr>
          <p:cNvPr id="5" name="Slide Number Placeholder 4">
            <a:extLst>
              <a:ext uri="{FF2B5EF4-FFF2-40B4-BE49-F238E27FC236}">
                <a16:creationId xmlns:a16="http://schemas.microsoft.com/office/drawing/2014/main" id="{445A8184-C2C1-7494-B829-E60B3BC135D2}"/>
              </a:ext>
            </a:extLst>
          </p:cNvPr>
          <p:cNvSpPr>
            <a:spLocks noGrp="1"/>
          </p:cNvSpPr>
          <p:nvPr>
            <p:ph type="sldNum" sz="quarter" idx="12"/>
          </p:nvPr>
        </p:nvSpPr>
        <p:spPr>
          <a:xfrm>
            <a:off x="10409692" y="6356350"/>
            <a:ext cx="2743200" cy="365125"/>
          </a:xfrm>
        </p:spPr>
        <p:txBody>
          <a:bodyPr anchor="ctr">
            <a:normAutofit/>
          </a:bodyPr>
          <a:lstStyle/>
          <a:p>
            <a:pPr>
              <a:spcAft>
                <a:spcPts val="600"/>
              </a:spcAft>
            </a:pPr>
            <a:fld id="{48F63A3B-78C7-47BE-AE5E-E10140E04643}" type="slidenum">
              <a:rPr lang="en-US" smtClean="0"/>
              <a:pPr>
                <a:spcAft>
                  <a:spcPts val="600"/>
                </a:spcAft>
              </a:pPr>
              <a:t>11</a:t>
            </a:fld>
            <a:endParaRPr lang="en-US"/>
          </a:p>
        </p:txBody>
      </p:sp>
      <p:sp>
        <p:nvSpPr>
          <p:cNvPr id="12" name="Google Shape;158;p16">
            <a:extLst>
              <a:ext uri="{FF2B5EF4-FFF2-40B4-BE49-F238E27FC236}">
                <a16:creationId xmlns:a16="http://schemas.microsoft.com/office/drawing/2014/main" id="{016C2066-BAC0-17A3-826E-3EED53A5652A}"/>
              </a:ext>
            </a:extLst>
          </p:cNvPr>
          <p:cNvSpPr txBox="1"/>
          <p:nvPr/>
        </p:nvSpPr>
        <p:spPr>
          <a:xfrm>
            <a:off x="571499" y="1891754"/>
            <a:ext cx="5907123" cy="307777"/>
          </a:xfrm>
          <a:prstGeom prst="rect">
            <a:avLst/>
          </a:prstGeom>
          <a:noFill/>
          <a:ln>
            <a:noFill/>
          </a:ln>
        </p:spPr>
        <p:txBody>
          <a:bodyPr spcFirstLastPara="1" wrap="square" lIns="0" tIns="0" rIns="0" bIns="0" anchor="t" anchorCtr="0">
            <a:spAutoFit/>
          </a:bodyPr>
          <a:lstStyle/>
          <a:p>
            <a:pPr lvl="0"/>
            <a:r>
              <a:rPr lang="en-US" sz="2000" b="1" dirty="0">
                <a:solidFill>
                  <a:srgbClr val="10B981"/>
                </a:solidFill>
                <a:latin typeface="+mj-lt"/>
                <a:ea typeface="Poppins SemiBold"/>
                <a:cs typeface="Poppins SemiBold"/>
                <a:sym typeface="Poppins SemiBold"/>
              </a:rPr>
              <a:t>Bảo </a:t>
            </a:r>
            <a:r>
              <a:rPr lang="en-US" sz="2000" b="1" dirty="0" err="1">
                <a:solidFill>
                  <a:srgbClr val="10B981"/>
                </a:solidFill>
                <a:latin typeface="+mj-lt"/>
                <a:ea typeface="Poppins SemiBold"/>
                <a:cs typeface="Poppins SemiBold"/>
                <a:sym typeface="Poppins SemiBold"/>
              </a:rPr>
              <a:t>vệ</a:t>
            </a:r>
            <a:r>
              <a:rPr lang="en-US" sz="2000" b="1" dirty="0">
                <a:solidFill>
                  <a:srgbClr val="10B981"/>
                </a:solidFill>
                <a:latin typeface="+mj-lt"/>
                <a:ea typeface="Poppins SemiBold"/>
                <a:cs typeface="Poppins SemiBold"/>
                <a:sym typeface="Poppins SemiBold"/>
              </a:rPr>
              <a:t> an </a:t>
            </a:r>
            <a:r>
              <a:rPr lang="en-US" sz="2000" b="1" dirty="0" err="1">
                <a:solidFill>
                  <a:srgbClr val="10B981"/>
                </a:solidFill>
                <a:latin typeface="+mj-lt"/>
                <a:ea typeface="Poppins SemiBold"/>
                <a:cs typeface="Poppins SemiBold"/>
                <a:sym typeface="Poppins SemiBold"/>
              </a:rPr>
              <a:t>toàn</a:t>
            </a:r>
            <a:r>
              <a:rPr lang="en-US" sz="2000" b="1" dirty="0">
                <a:solidFill>
                  <a:srgbClr val="10B981"/>
                </a:solidFill>
                <a:latin typeface="+mj-lt"/>
                <a:ea typeface="Poppins SemiBold"/>
                <a:cs typeface="Poppins SemiBold"/>
                <a:sym typeface="Poppins SemiBold"/>
              </a:rPr>
              <a:t> </a:t>
            </a:r>
            <a:r>
              <a:rPr lang="en-US" sz="2000" b="1" dirty="0" err="1">
                <a:solidFill>
                  <a:srgbClr val="10B981"/>
                </a:solidFill>
                <a:latin typeface="+mj-lt"/>
                <a:ea typeface="Poppins SemiBold"/>
                <a:cs typeface="Poppins SemiBold"/>
                <a:sym typeface="Poppins SemiBold"/>
              </a:rPr>
              <a:t>cho</a:t>
            </a:r>
            <a:r>
              <a:rPr lang="en-US" sz="2000" b="1" dirty="0">
                <a:solidFill>
                  <a:srgbClr val="10B981"/>
                </a:solidFill>
                <a:latin typeface="+mj-lt"/>
                <a:ea typeface="Poppins SemiBold"/>
                <a:cs typeface="Poppins SemiBold"/>
                <a:sym typeface="Poppins SemiBold"/>
              </a:rPr>
              <a:t> robot </a:t>
            </a:r>
            <a:r>
              <a:rPr lang="en-US" sz="2000" b="1" dirty="0" err="1">
                <a:solidFill>
                  <a:srgbClr val="10B981"/>
                </a:solidFill>
                <a:latin typeface="+mj-lt"/>
                <a:ea typeface="Poppins SemiBold"/>
                <a:cs typeface="Poppins SemiBold"/>
                <a:sym typeface="Poppins SemiBold"/>
              </a:rPr>
              <a:t>tự</a:t>
            </a:r>
            <a:r>
              <a:rPr lang="en-US" sz="2000" b="1" dirty="0">
                <a:solidFill>
                  <a:srgbClr val="10B981"/>
                </a:solidFill>
                <a:latin typeface="+mj-lt"/>
                <a:ea typeface="Poppins SemiBold"/>
                <a:cs typeface="Poppins SemiBold"/>
                <a:sym typeface="Poppins SemiBold"/>
              </a:rPr>
              <a:t> </a:t>
            </a:r>
            <a:r>
              <a:rPr lang="en-US" sz="2000" b="1" dirty="0" err="1">
                <a:solidFill>
                  <a:srgbClr val="10B981"/>
                </a:solidFill>
                <a:latin typeface="+mj-lt"/>
                <a:ea typeface="Poppins SemiBold"/>
                <a:cs typeface="Poppins SemiBold"/>
                <a:sym typeface="Poppins SemiBold"/>
              </a:rPr>
              <a:t>hành</a:t>
            </a:r>
            <a:endParaRPr sz="2000" b="1" dirty="0">
              <a:latin typeface="+mj-lt"/>
            </a:endParaRPr>
          </a:p>
        </p:txBody>
      </p:sp>
      <p:sp>
        <p:nvSpPr>
          <p:cNvPr id="14" name="TextBox 13">
            <a:extLst>
              <a:ext uri="{FF2B5EF4-FFF2-40B4-BE49-F238E27FC236}">
                <a16:creationId xmlns:a16="http://schemas.microsoft.com/office/drawing/2014/main" id="{55F063FA-B30C-0373-CEC0-0DD0BD7EC7DF}"/>
              </a:ext>
            </a:extLst>
          </p:cNvPr>
          <p:cNvSpPr txBox="1"/>
          <p:nvPr/>
        </p:nvSpPr>
        <p:spPr>
          <a:xfrm>
            <a:off x="493678" y="2254263"/>
            <a:ext cx="5517597" cy="1246495"/>
          </a:xfrm>
          <a:prstGeom prst="rect">
            <a:avLst/>
          </a:prstGeom>
          <a:noFill/>
        </p:spPr>
        <p:txBody>
          <a:bodyPr wrap="square">
            <a:spAutoFit/>
          </a:bodyPr>
          <a:lstStyle/>
          <a:p>
            <a:pPr algn="just"/>
            <a:r>
              <a:rPr lang="vi-VN" sz="1500" dirty="0">
                <a:latin typeface="+mj-lt"/>
              </a:rPr>
              <a:t>Khâu kiểm tra an toàn lúc khởi động là một quy trình bắt buộc nhằm đảm bảo phần cứng và các module ROS 2 hoạt động bình thường trước khi cho phép người dùng vận hành.</a:t>
            </a:r>
          </a:p>
          <a:p>
            <a:pPr algn="just"/>
            <a:r>
              <a:rPr lang="vi-VN" sz="1500" dirty="0">
                <a:latin typeface="+mj-lt"/>
              </a:rPr>
              <a:t>Hệ thống tự động kích hoạt lớp phủ chặn tương tác đồ họa và chạy bất đồng bộ tập lệnh shell kiểm tra thông qua đối tượng QProcess.</a:t>
            </a:r>
            <a:endParaRPr lang="en-US" sz="1500" dirty="0">
              <a:latin typeface="+mj-lt"/>
            </a:endParaRPr>
          </a:p>
        </p:txBody>
      </p:sp>
      <p:sp>
        <p:nvSpPr>
          <p:cNvPr id="16" name="Google Shape;158;p16">
            <a:extLst>
              <a:ext uri="{FF2B5EF4-FFF2-40B4-BE49-F238E27FC236}">
                <a16:creationId xmlns:a16="http://schemas.microsoft.com/office/drawing/2014/main" id="{E7AA5584-6727-7824-ACD7-744A8D18C2D5}"/>
              </a:ext>
            </a:extLst>
          </p:cNvPr>
          <p:cNvSpPr txBox="1"/>
          <p:nvPr/>
        </p:nvSpPr>
        <p:spPr>
          <a:xfrm>
            <a:off x="571500" y="3552856"/>
            <a:ext cx="5907122" cy="307777"/>
          </a:xfrm>
          <a:prstGeom prst="rect">
            <a:avLst/>
          </a:prstGeom>
          <a:noFill/>
          <a:ln>
            <a:noFill/>
          </a:ln>
        </p:spPr>
        <p:txBody>
          <a:bodyPr spcFirstLastPara="1" wrap="square" lIns="0" tIns="0" rIns="0" bIns="0" anchor="t" anchorCtr="0">
            <a:spAutoFit/>
          </a:bodyPr>
          <a:lstStyle/>
          <a:p>
            <a:pPr lvl="0"/>
            <a:r>
              <a:rPr lang="vi-VN" sz="2000" b="1" dirty="0">
                <a:solidFill>
                  <a:srgbClr val="10B981"/>
                </a:solidFill>
                <a:latin typeface="+mj-lt"/>
                <a:ea typeface="Poppins SemiBold"/>
                <a:cs typeface="Poppins SemiBold"/>
                <a:sym typeface="Poppins SemiBold"/>
              </a:rPr>
              <a:t>Nhận biết lỗi sớm qua Regex</a:t>
            </a:r>
          </a:p>
        </p:txBody>
      </p:sp>
      <p:sp>
        <p:nvSpPr>
          <p:cNvPr id="18" name="TextBox 17">
            <a:extLst>
              <a:ext uri="{FF2B5EF4-FFF2-40B4-BE49-F238E27FC236}">
                <a16:creationId xmlns:a16="http://schemas.microsoft.com/office/drawing/2014/main" id="{04D12B5D-3704-606F-0A0B-02A7C5AB1C77}"/>
              </a:ext>
            </a:extLst>
          </p:cNvPr>
          <p:cNvSpPr txBox="1"/>
          <p:nvPr/>
        </p:nvSpPr>
        <p:spPr>
          <a:xfrm>
            <a:off x="493678" y="3916268"/>
            <a:ext cx="5507816" cy="1708160"/>
          </a:xfrm>
          <a:prstGeom prst="rect">
            <a:avLst/>
          </a:prstGeom>
          <a:noFill/>
        </p:spPr>
        <p:txBody>
          <a:bodyPr wrap="square">
            <a:spAutoFit/>
          </a:bodyPr>
          <a:lstStyle/>
          <a:p>
            <a:pPr algn="just"/>
            <a:r>
              <a:rPr lang="vi-VN" sz="1500" b="1" dirty="0">
                <a:latin typeface="+mj-lt"/>
              </a:rPr>
              <a:t>Quét thời gian thực</a:t>
            </a:r>
            <a:r>
              <a:rPr lang="vi-VN" sz="1500" dirty="0">
                <a:latin typeface="+mj-lt"/>
              </a:rPr>
              <a:t>: Đọc trực tiếp luồng xuất chuẩn (stdout) của các dịch vụ hệ thống.</a:t>
            </a:r>
          </a:p>
          <a:p>
            <a:pPr algn="just"/>
            <a:r>
              <a:rPr lang="vi-VN" sz="1500" b="1" dirty="0">
                <a:latin typeface="+mj-lt"/>
              </a:rPr>
              <a:t>Phân tích cú pháp</a:t>
            </a:r>
            <a:r>
              <a:rPr lang="vi-VN" sz="1500" dirty="0">
                <a:latin typeface="+mj-lt"/>
              </a:rPr>
              <a:t>: Sử dụng biểu thức chính quy (Regex) bóc tách các thẻ kết quả PASS, WARN, FAIL.</a:t>
            </a:r>
          </a:p>
          <a:p>
            <a:pPr algn="just"/>
            <a:r>
              <a:rPr lang="vi-VN" sz="1500" b="1" dirty="0">
                <a:latin typeface="+mj-lt"/>
              </a:rPr>
              <a:t>Xử lý thông minh</a:t>
            </a:r>
            <a:r>
              <a:rPr lang="vi-VN" sz="1500" dirty="0">
                <a:latin typeface="+mj-lt"/>
              </a:rPr>
              <a:t>: Nếu phát hiện lỗi (FAIL), khóa chức năng điều hành di động, yêu cầu kiểm tra kỹ thuật. Chỉ mở khóa khi đạt trạng thái Sẵn sàng (Ready).</a:t>
            </a:r>
          </a:p>
        </p:txBody>
      </p:sp>
      <p:pic>
        <p:nvPicPr>
          <p:cNvPr id="6" name="Google Shape;284;p20" descr="image.png">
            <a:extLst>
              <a:ext uri="{FF2B5EF4-FFF2-40B4-BE49-F238E27FC236}">
                <a16:creationId xmlns:a16="http://schemas.microsoft.com/office/drawing/2014/main" id="{9C7B88AC-4D68-90CD-B8B3-D05304E4BF43}"/>
              </a:ext>
            </a:extLst>
          </p:cNvPr>
          <p:cNvPicPr preferRelativeResize="0"/>
          <p:nvPr/>
        </p:nvPicPr>
        <p:blipFill rotWithShape="1">
          <a:blip r:embed="rId2">
            <a:alphaModFix/>
          </a:blip>
          <a:srcRect/>
          <a:stretch/>
        </p:blipFill>
        <p:spPr>
          <a:xfrm>
            <a:off x="6144369" y="2274735"/>
            <a:ext cx="5819030" cy="2935485"/>
          </a:xfrm>
          <a:prstGeom prst="rect">
            <a:avLst/>
          </a:prstGeom>
          <a:noFill/>
          <a:ln>
            <a:noFill/>
          </a:ln>
        </p:spPr>
      </p:pic>
      <p:pic>
        <p:nvPicPr>
          <p:cNvPr id="8" name="Google Shape;285;p20" descr="image.png">
            <a:extLst>
              <a:ext uri="{FF2B5EF4-FFF2-40B4-BE49-F238E27FC236}">
                <a16:creationId xmlns:a16="http://schemas.microsoft.com/office/drawing/2014/main" id="{1E1DE12C-CC47-7F60-0980-C5F83B76E846}"/>
              </a:ext>
            </a:extLst>
          </p:cNvPr>
          <p:cNvPicPr preferRelativeResize="0"/>
          <p:nvPr/>
        </p:nvPicPr>
        <p:blipFill rotWithShape="1">
          <a:blip r:embed="rId3">
            <a:alphaModFix/>
          </a:blip>
          <a:srcRect/>
          <a:stretch/>
        </p:blipFill>
        <p:spPr>
          <a:xfrm>
            <a:off x="6392019" y="4217835"/>
            <a:ext cx="2590353" cy="744735"/>
          </a:xfrm>
          <a:prstGeom prst="rect">
            <a:avLst/>
          </a:prstGeom>
          <a:noFill/>
          <a:ln>
            <a:noFill/>
          </a:ln>
        </p:spPr>
      </p:pic>
      <p:pic>
        <p:nvPicPr>
          <p:cNvPr id="10" name="Google Shape;286;p20" descr="image.png">
            <a:extLst>
              <a:ext uri="{FF2B5EF4-FFF2-40B4-BE49-F238E27FC236}">
                <a16:creationId xmlns:a16="http://schemas.microsoft.com/office/drawing/2014/main" id="{072AF188-A5E1-9422-84A8-E1A0EAA1F789}"/>
              </a:ext>
            </a:extLst>
          </p:cNvPr>
          <p:cNvPicPr preferRelativeResize="0"/>
          <p:nvPr/>
        </p:nvPicPr>
        <p:blipFill rotWithShape="1">
          <a:blip r:embed="rId4">
            <a:alphaModFix/>
          </a:blip>
          <a:srcRect/>
          <a:stretch/>
        </p:blipFill>
        <p:spPr>
          <a:xfrm>
            <a:off x="9125247" y="4217835"/>
            <a:ext cx="2590502" cy="744735"/>
          </a:xfrm>
          <a:prstGeom prst="rect">
            <a:avLst/>
          </a:prstGeom>
          <a:noFill/>
          <a:ln>
            <a:noFill/>
          </a:ln>
        </p:spPr>
      </p:pic>
      <p:sp>
        <p:nvSpPr>
          <p:cNvPr id="13" name="Google Shape;294;p20">
            <a:extLst>
              <a:ext uri="{FF2B5EF4-FFF2-40B4-BE49-F238E27FC236}">
                <a16:creationId xmlns:a16="http://schemas.microsoft.com/office/drawing/2014/main" id="{58D8BCC8-CCA5-48B8-B40A-200307C8B5FB}"/>
              </a:ext>
            </a:extLst>
          </p:cNvPr>
          <p:cNvSpPr txBox="1"/>
          <p:nvPr/>
        </p:nvSpPr>
        <p:spPr>
          <a:xfrm>
            <a:off x="6258925" y="2522385"/>
            <a:ext cx="5589917" cy="230832"/>
          </a:xfrm>
          <a:prstGeom prst="rect">
            <a:avLst/>
          </a:prstGeom>
          <a:noFill/>
          <a:ln>
            <a:noFill/>
          </a:ln>
        </p:spPr>
        <p:txBody>
          <a:bodyPr spcFirstLastPara="1" wrap="square" lIns="142875" tIns="0" rIns="0" bIns="0" anchor="t" anchorCtr="0">
            <a:spAutoFit/>
          </a:bodyPr>
          <a:lstStyle/>
          <a:p>
            <a:pPr marL="0" marR="0" lvl="0" indent="0" algn="ctr" rtl="0">
              <a:spcBef>
                <a:spcPts val="0"/>
              </a:spcBef>
              <a:spcAft>
                <a:spcPts val="0"/>
              </a:spcAft>
              <a:buNone/>
            </a:pPr>
            <a:r>
              <a:rPr lang="en-US" sz="1500" b="0" i="0" u="none" strike="noStrike" cap="none" dirty="0">
                <a:solidFill>
                  <a:srgbClr val="10B981"/>
                </a:solidFill>
                <a:latin typeface="+mj-lt"/>
                <a:ea typeface="Poppins SemiBold"/>
                <a:cs typeface="Poppins SemiBold"/>
                <a:sym typeface="Poppins SemiBold"/>
              </a:rPr>
              <a:t>Quy </a:t>
            </a:r>
            <a:r>
              <a:rPr lang="en-US" sz="1500" b="0" i="0" u="none" strike="noStrike" cap="none" dirty="0" err="1">
                <a:solidFill>
                  <a:srgbClr val="10B981"/>
                </a:solidFill>
                <a:latin typeface="+mj-lt"/>
                <a:ea typeface="Poppins SemiBold"/>
                <a:cs typeface="Poppins SemiBold"/>
                <a:sym typeface="Poppins SemiBold"/>
              </a:rPr>
              <a:t>Trình</a:t>
            </a:r>
            <a:r>
              <a:rPr lang="en-US" sz="1500" b="0" i="0" u="none" strike="noStrike" cap="none" dirty="0">
                <a:solidFill>
                  <a:srgbClr val="10B981"/>
                </a:solidFill>
                <a:latin typeface="+mj-lt"/>
                <a:ea typeface="Poppins SemiBold"/>
                <a:cs typeface="Poppins SemiBold"/>
                <a:sym typeface="Poppins SemiBold"/>
              </a:rPr>
              <a:t> Boot </a:t>
            </a:r>
            <a:r>
              <a:rPr lang="en-US" sz="1500" b="0" i="0" u="none" strike="noStrike" cap="none" dirty="0" err="1">
                <a:solidFill>
                  <a:srgbClr val="10B981"/>
                </a:solidFill>
                <a:latin typeface="+mj-lt"/>
                <a:ea typeface="Poppins SemiBold"/>
                <a:cs typeface="Poppins SemiBold"/>
                <a:sym typeface="Poppins SemiBold"/>
              </a:rPr>
              <a:t>Syscheck</a:t>
            </a:r>
            <a:r>
              <a:rPr lang="en-US" sz="1500" b="0" i="0" u="none" strike="noStrike" cap="none" dirty="0">
                <a:solidFill>
                  <a:srgbClr val="10B981"/>
                </a:solidFill>
                <a:latin typeface="+mj-lt"/>
                <a:ea typeface="Poppins SemiBold"/>
                <a:cs typeface="Poppins SemiBold"/>
                <a:sym typeface="Poppins SemiBold"/>
              </a:rPr>
              <a:t> Flow</a:t>
            </a:r>
            <a:endParaRPr sz="1500" dirty="0">
              <a:latin typeface="+mj-lt"/>
            </a:endParaRPr>
          </a:p>
        </p:txBody>
      </p:sp>
      <p:pic>
        <p:nvPicPr>
          <p:cNvPr id="17" name="Google Shape;295;p20" descr="image.png">
            <a:extLst>
              <a:ext uri="{FF2B5EF4-FFF2-40B4-BE49-F238E27FC236}">
                <a16:creationId xmlns:a16="http://schemas.microsoft.com/office/drawing/2014/main" id="{FA6855D7-E7A6-AD97-939B-C4FB4E246AB1}"/>
              </a:ext>
            </a:extLst>
          </p:cNvPr>
          <p:cNvPicPr preferRelativeResize="0"/>
          <p:nvPr/>
        </p:nvPicPr>
        <p:blipFill rotWithShape="1">
          <a:blip r:embed="rId5">
            <a:alphaModFix/>
          </a:blip>
          <a:srcRect/>
          <a:stretch/>
        </p:blipFill>
        <p:spPr>
          <a:xfrm>
            <a:off x="6392019" y="2884335"/>
            <a:ext cx="5323730" cy="333375"/>
          </a:xfrm>
          <a:prstGeom prst="rect">
            <a:avLst/>
          </a:prstGeom>
          <a:noFill/>
          <a:ln>
            <a:noFill/>
          </a:ln>
        </p:spPr>
      </p:pic>
      <p:pic>
        <p:nvPicPr>
          <p:cNvPr id="21" name="Google Shape;296;p20" descr="image.png">
            <a:extLst>
              <a:ext uri="{FF2B5EF4-FFF2-40B4-BE49-F238E27FC236}">
                <a16:creationId xmlns:a16="http://schemas.microsoft.com/office/drawing/2014/main" id="{73E88FE4-3DB8-E78D-F6BC-40F2538BA2EE}"/>
              </a:ext>
            </a:extLst>
          </p:cNvPr>
          <p:cNvPicPr preferRelativeResize="0"/>
          <p:nvPr/>
        </p:nvPicPr>
        <p:blipFill rotWithShape="1">
          <a:blip r:embed="rId6">
            <a:alphaModFix/>
          </a:blip>
          <a:srcRect/>
          <a:stretch/>
        </p:blipFill>
        <p:spPr>
          <a:xfrm>
            <a:off x="6392019" y="3551085"/>
            <a:ext cx="5323730" cy="333375"/>
          </a:xfrm>
          <a:prstGeom prst="rect">
            <a:avLst/>
          </a:prstGeom>
          <a:noFill/>
          <a:ln>
            <a:noFill/>
          </a:ln>
        </p:spPr>
      </p:pic>
      <p:pic>
        <p:nvPicPr>
          <p:cNvPr id="25" name="Google Shape;300;p20" descr="image.png">
            <a:extLst>
              <a:ext uri="{FF2B5EF4-FFF2-40B4-BE49-F238E27FC236}">
                <a16:creationId xmlns:a16="http://schemas.microsoft.com/office/drawing/2014/main" id="{3B82C133-905C-64C6-FFBC-BC013E328455}"/>
              </a:ext>
            </a:extLst>
          </p:cNvPr>
          <p:cNvPicPr preferRelativeResize="0"/>
          <p:nvPr/>
        </p:nvPicPr>
        <p:blipFill rotWithShape="1">
          <a:blip r:embed="rId7">
            <a:alphaModFix/>
          </a:blip>
          <a:srcRect/>
          <a:stretch/>
        </p:blipFill>
        <p:spPr>
          <a:xfrm>
            <a:off x="7693659" y="2570213"/>
            <a:ext cx="142875" cy="142875"/>
          </a:xfrm>
          <a:prstGeom prst="rect">
            <a:avLst/>
          </a:prstGeom>
          <a:noFill/>
          <a:ln>
            <a:noFill/>
          </a:ln>
        </p:spPr>
      </p:pic>
      <p:pic>
        <p:nvPicPr>
          <p:cNvPr id="29" name="Google Shape;301;p20" descr="image.png">
            <a:extLst>
              <a:ext uri="{FF2B5EF4-FFF2-40B4-BE49-F238E27FC236}">
                <a16:creationId xmlns:a16="http://schemas.microsoft.com/office/drawing/2014/main" id="{0CE1FC05-F804-61E4-85EF-8B44F7C15A9A}"/>
              </a:ext>
            </a:extLst>
          </p:cNvPr>
          <p:cNvPicPr preferRelativeResize="0"/>
          <p:nvPr/>
        </p:nvPicPr>
        <p:blipFill rotWithShape="1">
          <a:blip r:embed="rId8">
            <a:alphaModFix/>
          </a:blip>
          <a:srcRect/>
          <a:stretch/>
        </p:blipFill>
        <p:spPr>
          <a:xfrm>
            <a:off x="11506200" y="2993872"/>
            <a:ext cx="114300" cy="114300"/>
          </a:xfrm>
          <a:prstGeom prst="rect">
            <a:avLst/>
          </a:prstGeom>
          <a:noFill/>
          <a:ln>
            <a:noFill/>
          </a:ln>
        </p:spPr>
      </p:pic>
      <p:pic>
        <p:nvPicPr>
          <p:cNvPr id="33" name="Google Shape;302;p20" descr="image.png">
            <a:extLst>
              <a:ext uri="{FF2B5EF4-FFF2-40B4-BE49-F238E27FC236}">
                <a16:creationId xmlns:a16="http://schemas.microsoft.com/office/drawing/2014/main" id="{A9C9D897-B823-2E69-7C0A-69407875FCE3}"/>
              </a:ext>
            </a:extLst>
          </p:cNvPr>
          <p:cNvPicPr preferRelativeResize="0"/>
          <p:nvPr/>
        </p:nvPicPr>
        <p:blipFill rotWithShape="1">
          <a:blip r:embed="rId9">
            <a:alphaModFix/>
          </a:blip>
          <a:srcRect/>
          <a:stretch/>
        </p:blipFill>
        <p:spPr>
          <a:xfrm>
            <a:off x="9010947" y="3332010"/>
            <a:ext cx="85725" cy="114300"/>
          </a:xfrm>
          <a:prstGeom prst="rect">
            <a:avLst/>
          </a:prstGeom>
          <a:noFill/>
          <a:ln>
            <a:noFill/>
          </a:ln>
        </p:spPr>
      </p:pic>
      <p:pic>
        <p:nvPicPr>
          <p:cNvPr id="37" name="Google Shape;303;p20" descr="image.png">
            <a:extLst>
              <a:ext uri="{FF2B5EF4-FFF2-40B4-BE49-F238E27FC236}">
                <a16:creationId xmlns:a16="http://schemas.microsoft.com/office/drawing/2014/main" id="{D7889775-D7C1-93F0-1FF1-45438EE235DA}"/>
              </a:ext>
            </a:extLst>
          </p:cNvPr>
          <p:cNvPicPr preferRelativeResize="0"/>
          <p:nvPr/>
        </p:nvPicPr>
        <p:blipFill rotWithShape="1">
          <a:blip r:embed="rId10">
            <a:alphaModFix/>
          </a:blip>
          <a:srcRect/>
          <a:stretch/>
        </p:blipFill>
        <p:spPr>
          <a:xfrm>
            <a:off x="11487150" y="3660622"/>
            <a:ext cx="133350" cy="114300"/>
          </a:xfrm>
          <a:prstGeom prst="rect">
            <a:avLst/>
          </a:prstGeom>
          <a:noFill/>
          <a:ln>
            <a:noFill/>
          </a:ln>
        </p:spPr>
      </p:pic>
      <p:pic>
        <p:nvPicPr>
          <p:cNvPr id="41" name="Google Shape;304;p20" descr="image.png">
            <a:extLst>
              <a:ext uri="{FF2B5EF4-FFF2-40B4-BE49-F238E27FC236}">
                <a16:creationId xmlns:a16="http://schemas.microsoft.com/office/drawing/2014/main" id="{B3B7E315-91EE-4CDD-2CAF-E953CB29B587}"/>
              </a:ext>
            </a:extLst>
          </p:cNvPr>
          <p:cNvPicPr preferRelativeResize="0"/>
          <p:nvPr/>
        </p:nvPicPr>
        <p:blipFill rotWithShape="1">
          <a:blip r:embed="rId9">
            <a:alphaModFix/>
          </a:blip>
          <a:srcRect/>
          <a:stretch/>
        </p:blipFill>
        <p:spPr>
          <a:xfrm>
            <a:off x="9010947" y="3998760"/>
            <a:ext cx="85725" cy="114300"/>
          </a:xfrm>
          <a:prstGeom prst="rect">
            <a:avLst/>
          </a:prstGeom>
          <a:noFill/>
          <a:ln>
            <a:noFill/>
          </a:ln>
        </p:spPr>
      </p:pic>
      <p:sp>
        <p:nvSpPr>
          <p:cNvPr id="45" name="Google Shape;308;p20">
            <a:extLst>
              <a:ext uri="{FF2B5EF4-FFF2-40B4-BE49-F238E27FC236}">
                <a16:creationId xmlns:a16="http://schemas.microsoft.com/office/drawing/2014/main" id="{C3CBCFD6-996D-A3E6-BF16-5295534979A2}"/>
              </a:ext>
            </a:extLst>
          </p:cNvPr>
          <p:cNvSpPr txBox="1"/>
          <p:nvPr/>
        </p:nvSpPr>
        <p:spPr>
          <a:xfrm>
            <a:off x="7253733" y="4341660"/>
            <a:ext cx="866775" cy="142875"/>
          </a:xfrm>
          <a:prstGeom prst="rect">
            <a:avLst/>
          </a:prstGeom>
          <a:noFill/>
          <a:ln>
            <a:noFill/>
          </a:ln>
        </p:spPr>
        <p:txBody>
          <a:bodyPr spcFirstLastPara="1" wrap="square" lIns="114300" tIns="0" rIns="0" bIns="0" anchor="t" anchorCtr="0">
            <a:spAutoFit/>
          </a:bodyPr>
          <a:lstStyle/>
          <a:p>
            <a:pPr marL="0" marR="0" lvl="0" indent="0" algn="ctr" rtl="0">
              <a:spcBef>
                <a:spcPts val="0"/>
              </a:spcBef>
              <a:spcAft>
                <a:spcPts val="0"/>
              </a:spcAft>
              <a:buNone/>
            </a:pPr>
            <a:r>
              <a:rPr lang="en-US" sz="900" b="0" i="0" u="none" strike="noStrike" cap="none" dirty="0">
                <a:solidFill>
                  <a:srgbClr val="EF4444"/>
                </a:solidFill>
                <a:latin typeface="Inter SemiBold"/>
                <a:ea typeface="Inter SemiBold"/>
                <a:cs typeface="Inter SemiBold"/>
                <a:sym typeface="Inter SemiBold"/>
              </a:rPr>
              <a:t>FAIL / ERROR</a:t>
            </a:r>
            <a:endParaRPr dirty="0"/>
          </a:p>
        </p:txBody>
      </p:sp>
      <p:sp>
        <p:nvSpPr>
          <p:cNvPr id="48" name="Google Shape;309;p20">
            <a:extLst>
              <a:ext uri="{FF2B5EF4-FFF2-40B4-BE49-F238E27FC236}">
                <a16:creationId xmlns:a16="http://schemas.microsoft.com/office/drawing/2014/main" id="{EC62AB0D-AB21-B317-AC1D-EF0FAF6B6FEF}"/>
              </a:ext>
            </a:extLst>
          </p:cNvPr>
          <p:cNvSpPr txBox="1"/>
          <p:nvPr/>
        </p:nvSpPr>
        <p:spPr>
          <a:xfrm>
            <a:off x="6439568" y="4413255"/>
            <a:ext cx="2495103" cy="541687"/>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100" b="0" i="0" u="none" strike="noStrike" cap="none" dirty="0" err="1">
                <a:solidFill>
                  <a:srgbClr val="94A3B8"/>
                </a:solidFill>
                <a:latin typeface="Inter"/>
                <a:ea typeface="Inter"/>
                <a:cs typeface="Inter"/>
                <a:sym typeface="Inter"/>
              </a:rPr>
              <a:t>Dừng</a:t>
            </a:r>
            <a:r>
              <a:rPr lang="en-US" sz="1100" b="0" i="0" u="none" strike="noStrike" cap="none" dirty="0">
                <a:solidFill>
                  <a:srgbClr val="94A3B8"/>
                </a:solidFill>
                <a:latin typeface="Inter"/>
                <a:ea typeface="Inter"/>
                <a:cs typeface="Inter"/>
                <a:sym typeface="Inter"/>
              </a:rPr>
              <a:t> </a:t>
            </a:r>
            <a:r>
              <a:rPr lang="en-US" sz="1100" b="0" i="0" u="none" strike="noStrike" cap="none" dirty="0" err="1">
                <a:solidFill>
                  <a:srgbClr val="94A3B8"/>
                </a:solidFill>
                <a:latin typeface="Inter"/>
                <a:ea typeface="Inter"/>
                <a:cs typeface="Inter"/>
                <a:sym typeface="Inter"/>
              </a:rPr>
              <a:t>hệ</a:t>
            </a:r>
            <a:r>
              <a:rPr lang="en-US" sz="1100" b="0" i="0" u="none" strike="noStrike" cap="none" dirty="0">
                <a:solidFill>
                  <a:srgbClr val="94A3B8"/>
                </a:solidFill>
                <a:latin typeface="Inter"/>
                <a:ea typeface="Inter"/>
                <a:cs typeface="Inter"/>
                <a:sym typeface="Inter"/>
              </a:rPr>
              <a:t> </a:t>
            </a:r>
            <a:r>
              <a:rPr lang="en-US" sz="1100" b="0" i="0" u="none" strike="noStrike" cap="none" dirty="0" err="1">
                <a:solidFill>
                  <a:srgbClr val="94A3B8"/>
                </a:solidFill>
                <a:latin typeface="Inter"/>
                <a:ea typeface="Inter"/>
                <a:cs typeface="Inter"/>
                <a:sym typeface="Inter"/>
              </a:rPr>
              <a:t>thống</a:t>
            </a:r>
            <a:r>
              <a:rPr lang="en-US" sz="1100" b="0" i="0" u="none" strike="noStrike" cap="none" dirty="0">
                <a:solidFill>
                  <a:srgbClr val="94A3B8"/>
                </a:solidFill>
                <a:latin typeface="Inter"/>
                <a:ea typeface="Inter"/>
                <a:cs typeface="Inter"/>
                <a:sym typeface="Inter"/>
              </a:rPr>
              <a:t>, </a:t>
            </a:r>
            <a:r>
              <a:rPr lang="en-US" sz="1100" b="0" i="0" u="none" strike="noStrike" cap="none" dirty="0" err="1">
                <a:solidFill>
                  <a:srgbClr val="94A3B8"/>
                </a:solidFill>
                <a:latin typeface="Inter"/>
                <a:ea typeface="Inter"/>
                <a:cs typeface="Inter"/>
                <a:sym typeface="Inter"/>
              </a:rPr>
              <a:t>khóa</a:t>
            </a:r>
            <a:r>
              <a:rPr lang="en-US" sz="1100" b="0" i="0" u="none" strike="noStrike" cap="none" dirty="0">
                <a:solidFill>
                  <a:srgbClr val="94A3B8"/>
                </a:solidFill>
                <a:latin typeface="Inter"/>
                <a:ea typeface="Inter"/>
                <a:cs typeface="Inter"/>
                <a:sym typeface="Inter"/>
              </a:rPr>
              <a:t> </a:t>
            </a:r>
            <a:r>
              <a:rPr lang="en-US" sz="1100" b="0" i="0" u="none" strike="noStrike" cap="none" dirty="0" err="1">
                <a:solidFill>
                  <a:srgbClr val="94A3B8"/>
                </a:solidFill>
                <a:latin typeface="Inter"/>
                <a:ea typeface="Inter"/>
                <a:cs typeface="Inter"/>
                <a:sym typeface="Inter"/>
              </a:rPr>
              <a:t>chức</a:t>
            </a:r>
            <a:r>
              <a:rPr lang="en-US" sz="1100" b="0" i="0" u="none" strike="noStrike" cap="none" dirty="0">
                <a:solidFill>
                  <a:srgbClr val="94A3B8"/>
                </a:solidFill>
                <a:latin typeface="Inter"/>
                <a:ea typeface="Inter"/>
                <a:cs typeface="Inter"/>
                <a:sym typeface="Inter"/>
              </a:rPr>
              <a:t> </a:t>
            </a:r>
            <a:r>
              <a:rPr lang="en-US" sz="1100" b="0" i="0" u="none" strike="noStrike" cap="none" dirty="0" err="1">
                <a:solidFill>
                  <a:srgbClr val="94A3B8"/>
                </a:solidFill>
                <a:latin typeface="Inter"/>
                <a:ea typeface="Inter"/>
                <a:cs typeface="Inter"/>
                <a:sym typeface="Inter"/>
              </a:rPr>
              <a:t>năng</a:t>
            </a:r>
            <a:r>
              <a:rPr lang="en-US" sz="1100" b="0" i="0" u="none" strike="noStrike" cap="none" dirty="0">
                <a:solidFill>
                  <a:srgbClr val="94A3B8"/>
                </a:solidFill>
                <a:latin typeface="Inter"/>
                <a:ea typeface="Inter"/>
                <a:cs typeface="Inter"/>
                <a:sym typeface="Inter"/>
              </a:rPr>
              <a:t> di </a:t>
            </a:r>
            <a:r>
              <a:rPr lang="en-US" sz="1100" b="0" i="0" u="none" strike="noStrike" cap="none" dirty="0" err="1">
                <a:solidFill>
                  <a:srgbClr val="94A3B8"/>
                </a:solidFill>
                <a:latin typeface="Inter"/>
                <a:ea typeface="Inter"/>
                <a:cs typeface="Inter"/>
                <a:sym typeface="Inter"/>
              </a:rPr>
              <a:t>chuyển</a:t>
            </a:r>
            <a:r>
              <a:rPr lang="en-US" sz="1100" b="0" i="0" u="none" strike="noStrike" cap="none" dirty="0">
                <a:solidFill>
                  <a:srgbClr val="94A3B8"/>
                </a:solidFill>
                <a:latin typeface="Inter"/>
                <a:ea typeface="Inter"/>
                <a:cs typeface="Inter"/>
                <a:sym typeface="Inter"/>
              </a:rPr>
              <a:t> robot.</a:t>
            </a:r>
            <a:endParaRPr sz="1100" dirty="0"/>
          </a:p>
        </p:txBody>
      </p:sp>
      <p:sp>
        <p:nvSpPr>
          <p:cNvPr id="50" name="Google Shape;310;p20">
            <a:extLst>
              <a:ext uri="{FF2B5EF4-FFF2-40B4-BE49-F238E27FC236}">
                <a16:creationId xmlns:a16="http://schemas.microsoft.com/office/drawing/2014/main" id="{296204C0-C672-DB15-4160-A325AB91798F}"/>
              </a:ext>
            </a:extLst>
          </p:cNvPr>
          <p:cNvSpPr txBox="1"/>
          <p:nvPr/>
        </p:nvSpPr>
        <p:spPr>
          <a:xfrm>
            <a:off x="9977586" y="4341660"/>
            <a:ext cx="885825" cy="142875"/>
          </a:xfrm>
          <a:prstGeom prst="rect">
            <a:avLst/>
          </a:prstGeom>
          <a:noFill/>
          <a:ln>
            <a:noFill/>
          </a:ln>
        </p:spPr>
        <p:txBody>
          <a:bodyPr spcFirstLastPara="1" wrap="square" lIns="104775" tIns="0" rIns="0" bIns="0" anchor="t" anchorCtr="0">
            <a:spAutoFit/>
          </a:bodyPr>
          <a:lstStyle/>
          <a:p>
            <a:pPr marL="0" marR="0" lvl="0" indent="0" algn="ctr" rtl="0">
              <a:spcBef>
                <a:spcPts val="0"/>
              </a:spcBef>
              <a:spcAft>
                <a:spcPts val="0"/>
              </a:spcAft>
              <a:buNone/>
            </a:pPr>
            <a:r>
              <a:rPr lang="en-US" sz="900" b="0" i="0" u="none" strike="noStrike" cap="none">
                <a:solidFill>
                  <a:srgbClr val="10B981"/>
                </a:solidFill>
                <a:latin typeface="Inter SemiBold"/>
                <a:ea typeface="Inter SemiBold"/>
                <a:cs typeface="Inter SemiBold"/>
                <a:sym typeface="Inter SemiBold"/>
              </a:rPr>
              <a:t>PASS (Ready)</a:t>
            </a:r>
            <a:endParaRPr/>
          </a:p>
        </p:txBody>
      </p:sp>
      <p:sp>
        <p:nvSpPr>
          <p:cNvPr id="52" name="Google Shape;311;p20">
            <a:extLst>
              <a:ext uri="{FF2B5EF4-FFF2-40B4-BE49-F238E27FC236}">
                <a16:creationId xmlns:a16="http://schemas.microsoft.com/office/drawing/2014/main" id="{57E9837F-8163-FEDD-44E4-7BF525AFB862}"/>
              </a:ext>
            </a:extLst>
          </p:cNvPr>
          <p:cNvSpPr txBox="1"/>
          <p:nvPr/>
        </p:nvSpPr>
        <p:spPr>
          <a:xfrm>
            <a:off x="9209691" y="4402452"/>
            <a:ext cx="2400002" cy="541687"/>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100" b="0" i="0" u="none" strike="noStrike" cap="none" dirty="0" err="1">
                <a:solidFill>
                  <a:srgbClr val="94A3B8"/>
                </a:solidFill>
                <a:latin typeface="Inter"/>
                <a:ea typeface="Inter"/>
                <a:cs typeface="Inter"/>
                <a:sym typeface="Inter"/>
              </a:rPr>
              <a:t>Ẩn</a:t>
            </a:r>
            <a:r>
              <a:rPr lang="en-US" sz="1100" b="0" i="0" u="none" strike="noStrike" cap="none" dirty="0">
                <a:solidFill>
                  <a:srgbClr val="94A3B8"/>
                </a:solidFill>
                <a:latin typeface="Inter"/>
                <a:ea typeface="Inter"/>
                <a:cs typeface="Inter"/>
                <a:sym typeface="Inter"/>
              </a:rPr>
              <a:t> </a:t>
            </a:r>
            <a:r>
              <a:rPr lang="en-US" sz="1100" b="0" i="0" u="none" strike="noStrike" cap="none" dirty="0" err="1">
                <a:solidFill>
                  <a:srgbClr val="94A3B8"/>
                </a:solidFill>
                <a:latin typeface="Inter"/>
                <a:ea typeface="Inter"/>
                <a:cs typeface="Inter"/>
                <a:sym typeface="Inter"/>
              </a:rPr>
              <a:t>lớp</a:t>
            </a:r>
            <a:r>
              <a:rPr lang="en-US" sz="1100" b="0" i="0" u="none" strike="noStrike" cap="none" dirty="0">
                <a:solidFill>
                  <a:srgbClr val="94A3B8"/>
                </a:solidFill>
                <a:latin typeface="Inter"/>
                <a:ea typeface="Inter"/>
                <a:cs typeface="Inter"/>
                <a:sym typeface="Inter"/>
              </a:rPr>
              <a:t> </a:t>
            </a:r>
            <a:r>
              <a:rPr lang="en-US" sz="1100" b="0" i="0" u="none" strike="noStrike" cap="none" dirty="0" err="1">
                <a:solidFill>
                  <a:srgbClr val="94A3B8"/>
                </a:solidFill>
                <a:latin typeface="Inter"/>
                <a:ea typeface="Inter"/>
                <a:cs typeface="Inter"/>
                <a:sym typeface="Inter"/>
              </a:rPr>
              <a:t>phủ</a:t>
            </a:r>
            <a:r>
              <a:rPr lang="en-US" sz="1100" b="0" i="0" u="none" strike="noStrike" cap="none" dirty="0">
                <a:solidFill>
                  <a:srgbClr val="94A3B8"/>
                </a:solidFill>
                <a:latin typeface="Inter"/>
                <a:ea typeface="Inter"/>
                <a:cs typeface="Inter"/>
                <a:sym typeface="Inter"/>
              </a:rPr>
              <a:t>, </a:t>
            </a:r>
            <a:r>
              <a:rPr lang="en-US" sz="1100" b="0" i="0" u="none" strike="noStrike" cap="none" dirty="0" err="1">
                <a:solidFill>
                  <a:srgbClr val="94A3B8"/>
                </a:solidFill>
                <a:latin typeface="Inter"/>
                <a:ea typeface="Inter"/>
                <a:cs typeface="Inter"/>
                <a:sym typeface="Inter"/>
              </a:rPr>
              <a:t>tự</a:t>
            </a:r>
            <a:r>
              <a:rPr lang="en-US" sz="1100" b="0" i="0" u="none" strike="noStrike" cap="none" dirty="0">
                <a:solidFill>
                  <a:srgbClr val="94A3B8"/>
                </a:solidFill>
                <a:latin typeface="Inter"/>
                <a:ea typeface="Inter"/>
                <a:cs typeface="Inter"/>
                <a:sym typeface="Inter"/>
              </a:rPr>
              <a:t> </a:t>
            </a:r>
            <a:r>
              <a:rPr lang="en-US" sz="1100" b="0" i="0" u="none" strike="noStrike" cap="none" dirty="0" err="1">
                <a:solidFill>
                  <a:srgbClr val="94A3B8"/>
                </a:solidFill>
                <a:latin typeface="Inter"/>
                <a:ea typeface="Inter"/>
                <a:cs typeface="Inter"/>
                <a:sym typeface="Inter"/>
              </a:rPr>
              <a:t>động</a:t>
            </a:r>
            <a:r>
              <a:rPr lang="en-US" sz="1100" b="0" i="0" u="none" strike="noStrike" cap="none" dirty="0">
                <a:solidFill>
                  <a:srgbClr val="94A3B8"/>
                </a:solidFill>
                <a:latin typeface="Inter"/>
                <a:ea typeface="Inter"/>
                <a:cs typeface="Inter"/>
                <a:sym typeface="Inter"/>
              </a:rPr>
              <a:t> </a:t>
            </a:r>
            <a:r>
              <a:rPr lang="en-US" sz="1100" b="0" i="0" u="none" strike="noStrike" cap="none" dirty="0" err="1">
                <a:solidFill>
                  <a:srgbClr val="94A3B8"/>
                </a:solidFill>
                <a:latin typeface="Inter"/>
                <a:ea typeface="Inter"/>
                <a:cs typeface="Inter"/>
                <a:sym typeface="Inter"/>
              </a:rPr>
              <a:t>điều</a:t>
            </a:r>
            <a:r>
              <a:rPr lang="en-US" sz="1100" b="0" i="0" u="none" strike="noStrike" cap="none" dirty="0">
                <a:solidFill>
                  <a:srgbClr val="94A3B8"/>
                </a:solidFill>
                <a:latin typeface="Inter"/>
                <a:ea typeface="Inter"/>
                <a:cs typeface="Inter"/>
                <a:sym typeface="Inter"/>
              </a:rPr>
              <a:t> </a:t>
            </a:r>
            <a:r>
              <a:rPr lang="en-US" sz="1100" b="0" i="0" u="none" strike="noStrike" cap="none" dirty="0" err="1">
                <a:solidFill>
                  <a:srgbClr val="94A3B8"/>
                </a:solidFill>
                <a:latin typeface="Inter"/>
                <a:ea typeface="Inter"/>
                <a:cs typeface="Inter"/>
                <a:sym typeface="Inter"/>
              </a:rPr>
              <a:t>hướng</a:t>
            </a:r>
            <a:r>
              <a:rPr lang="en-US" sz="1100" b="0" i="0" u="none" strike="noStrike" cap="none" dirty="0">
                <a:solidFill>
                  <a:srgbClr val="94A3B8"/>
                </a:solidFill>
                <a:latin typeface="Inter"/>
                <a:ea typeface="Inter"/>
                <a:cs typeface="Inter"/>
                <a:sym typeface="Inter"/>
              </a:rPr>
              <a:t> </a:t>
            </a:r>
            <a:r>
              <a:rPr lang="en-US" sz="1100" b="0" i="0" u="none" strike="noStrike" cap="none" dirty="0" err="1">
                <a:solidFill>
                  <a:srgbClr val="94A3B8"/>
                </a:solidFill>
                <a:latin typeface="Inter"/>
                <a:ea typeface="Inter"/>
                <a:cs typeface="Inter"/>
                <a:sym typeface="Inter"/>
              </a:rPr>
              <a:t>vào</a:t>
            </a:r>
            <a:r>
              <a:rPr lang="en-US" sz="1100" b="0" i="0" u="none" strike="noStrike" cap="none" dirty="0">
                <a:solidFill>
                  <a:srgbClr val="94A3B8"/>
                </a:solidFill>
                <a:latin typeface="Inter"/>
                <a:ea typeface="Inter"/>
                <a:cs typeface="Inter"/>
                <a:sym typeface="Inter"/>
              </a:rPr>
              <a:t> </a:t>
            </a:r>
            <a:r>
              <a:rPr lang="en-US" sz="1100" b="0" i="0" u="none" strike="noStrike" cap="none" dirty="0" err="1">
                <a:solidFill>
                  <a:srgbClr val="94A3B8"/>
                </a:solidFill>
                <a:latin typeface="Inter"/>
                <a:ea typeface="Inter"/>
                <a:cs typeface="Inter"/>
                <a:sym typeface="Inter"/>
              </a:rPr>
              <a:t>MainView</a:t>
            </a:r>
            <a:r>
              <a:rPr lang="en-US" sz="1100" b="0" i="0" u="none" strike="noStrike" cap="none" dirty="0">
                <a:solidFill>
                  <a:srgbClr val="94A3B8"/>
                </a:solidFill>
                <a:latin typeface="Inter"/>
                <a:ea typeface="Inter"/>
                <a:cs typeface="Inter"/>
                <a:sym typeface="Inter"/>
              </a:rPr>
              <a:t>.</a:t>
            </a:r>
            <a:endParaRPr sz="1100" dirty="0"/>
          </a:p>
        </p:txBody>
      </p:sp>
      <p:pic>
        <p:nvPicPr>
          <p:cNvPr id="54" name="Google Shape;312;p20" descr="image.png">
            <a:extLst>
              <a:ext uri="{FF2B5EF4-FFF2-40B4-BE49-F238E27FC236}">
                <a16:creationId xmlns:a16="http://schemas.microsoft.com/office/drawing/2014/main" id="{0EBF9EC5-E567-BC77-EF67-5912EBBB4F4B}"/>
              </a:ext>
            </a:extLst>
          </p:cNvPr>
          <p:cNvPicPr preferRelativeResize="0"/>
          <p:nvPr/>
        </p:nvPicPr>
        <p:blipFill rotWithShape="1">
          <a:blip r:embed="rId11">
            <a:alphaModFix/>
          </a:blip>
          <a:srcRect/>
          <a:stretch/>
        </p:blipFill>
        <p:spPr>
          <a:xfrm>
            <a:off x="7253733" y="4360710"/>
            <a:ext cx="114300" cy="114300"/>
          </a:xfrm>
          <a:prstGeom prst="rect">
            <a:avLst/>
          </a:prstGeom>
          <a:noFill/>
          <a:ln>
            <a:noFill/>
          </a:ln>
        </p:spPr>
      </p:pic>
      <p:pic>
        <p:nvPicPr>
          <p:cNvPr id="56" name="Google Shape;313;p20" descr="image.png">
            <a:extLst>
              <a:ext uri="{FF2B5EF4-FFF2-40B4-BE49-F238E27FC236}">
                <a16:creationId xmlns:a16="http://schemas.microsoft.com/office/drawing/2014/main" id="{4AFE6A8C-18CA-3477-83F7-5CD5662C2471}"/>
              </a:ext>
            </a:extLst>
          </p:cNvPr>
          <p:cNvPicPr preferRelativeResize="0"/>
          <p:nvPr/>
        </p:nvPicPr>
        <p:blipFill rotWithShape="1">
          <a:blip r:embed="rId12">
            <a:alphaModFix/>
          </a:blip>
          <a:srcRect/>
          <a:stretch/>
        </p:blipFill>
        <p:spPr>
          <a:xfrm>
            <a:off x="9977586" y="4360710"/>
            <a:ext cx="104775" cy="114300"/>
          </a:xfrm>
          <a:prstGeom prst="rect">
            <a:avLst/>
          </a:prstGeom>
          <a:noFill/>
          <a:ln>
            <a:noFill/>
          </a:ln>
        </p:spPr>
      </p:pic>
    </p:spTree>
    <p:extLst>
      <p:ext uri="{BB962C8B-B14F-4D97-AF65-F5344CB8AC3E}">
        <p14:creationId xmlns:p14="http://schemas.microsoft.com/office/powerpoint/2010/main" val="28127298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DF266DD-010D-C751-81B4-EE20FA6ACD2D}"/>
              </a:ext>
            </a:extLst>
          </p:cNvPr>
          <p:cNvSpPr>
            <a:spLocks noGrp="1"/>
          </p:cNvSpPr>
          <p:nvPr>
            <p:ph type="ftr" sz="quarter" idx="11"/>
          </p:nvPr>
        </p:nvSpPr>
        <p:spPr/>
        <p:txBody>
          <a:bodyPr/>
          <a:lstStyle/>
          <a:p>
            <a:r>
              <a:rPr lang="en-US"/>
              <a:t>Copyrights 2024 CE-UIT. All Rights Reserved.</a:t>
            </a:r>
            <a:endParaRPr lang="en-US" dirty="0"/>
          </a:p>
        </p:txBody>
      </p:sp>
      <p:sp>
        <p:nvSpPr>
          <p:cNvPr id="3" name="Slide Number Placeholder 2">
            <a:extLst>
              <a:ext uri="{FF2B5EF4-FFF2-40B4-BE49-F238E27FC236}">
                <a16:creationId xmlns:a16="http://schemas.microsoft.com/office/drawing/2014/main" id="{A755DFA0-77CF-682B-DB0F-3CA5F3D4E2D6}"/>
              </a:ext>
            </a:extLst>
          </p:cNvPr>
          <p:cNvSpPr>
            <a:spLocks noGrp="1"/>
          </p:cNvSpPr>
          <p:nvPr>
            <p:ph type="sldNum" sz="quarter" idx="12"/>
          </p:nvPr>
        </p:nvSpPr>
        <p:spPr/>
        <p:txBody>
          <a:bodyPr/>
          <a:lstStyle/>
          <a:p>
            <a:fld id="{48F63A3B-78C7-47BE-AE5E-E10140E04643}" type="slidenum">
              <a:rPr lang="en-US" smtClean="0"/>
              <a:pPr/>
              <a:t>12</a:t>
            </a:fld>
            <a:endParaRPr lang="en-US" dirty="0"/>
          </a:p>
        </p:txBody>
      </p:sp>
      <p:sp>
        <p:nvSpPr>
          <p:cNvPr id="4" name="Title 3">
            <a:extLst>
              <a:ext uri="{FF2B5EF4-FFF2-40B4-BE49-F238E27FC236}">
                <a16:creationId xmlns:a16="http://schemas.microsoft.com/office/drawing/2014/main" id="{24F102CA-5304-CD28-FA99-0E2872F9AC36}"/>
              </a:ext>
            </a:extLst>
          </p:cNvPr>
          <p:cNvSpPr>
            <a:spLocks noGrp="1"/>
          </p:cNvSpPr>
          <p:nvPr>
            <p:ph type="title"/>
          </p:nvPr>
        </p:nvSpPr>
        <p:spPr/>
        <p:txBody>
          <a:bodyPr>
            <a:normAutofit fontScale="90000"/>
          </a:bodyPr>
          <a:lstStyle/>
          <a:p>
            <a:r>
              <a:rPr lang="en-US" dirty="0"/>
              <a:t>THỰC NGHIỆM VÀ KẾT QUẢ</a:t>
            </a:r>
            <a:endParaRPr lang="en-VN" dirty="0"/>
          </a:p>
        </p:txBody>
      </p:sp>
      <p:sp>
        <p:nvSpPr>
          <p:cNvPr id="5" name="Text Placeholder 4">
            <a:extLst>
              <a:ext uri="{FF2B5EF4-FFF2-40B4-BE49-F238E27FC236}">
                <a16:creationId xmlns:a16="http://schemas.microsoft.com/office/drawing/2014/main" id="{565E2CB9-B8D2-5359-3AF8-5D750D3658A9}"/>
              </a:ext>
            </a:extLst>
          </p:cNvPr>
          <p:cNvSpPr>
            <a:spLocks noGrp="1"/>
          </p:cNvSpPr>
          <p:nvPr>
            <p:ph type="body" idx="1"/>
          </p:nvPr>
        </p:nvSpPr>
        <p:spPr/>
        <p:txBody>
          <a:bodyPr/>
          <a:lstStyle/>
          <a:p>
            <a:endParaRPr lang="en-VN"/>
          </a:p>
        </p:txBody>
      </p:sp>
      <p:sp>
        <p:nvSpPr>
          <p:cNvPr id="6" name="Content Placeholder 5">
            <a:extLst>
              <a:ext uri="{FF2B5EF4-FFF2-40B4-BE49-F238E27FC236}">
                <a16:creationId xmlns:a16="http://schemas.microsoft.com/office/drawing/2014/main" id="{BD6FA1F8-B18B-434A-A4DB-69E8492E2C5D}"/>
              </a:ext>
            </a:extLst>
          </p:cNvPr>
          <p:cNvSpPr>
            <a:spLocks noGrp="1"/>
          </p:cNvSpPr>
          <p:nvPr>
            <p:ph sz="quarter" idx="13"/>
          </p:nvPr>
        </p:nvSpPr>
        <p:spPr/>
        <p:txBody>
          <a:bodyPr/>
          <a:lstStyle/>
          <a:p>
            <a:r>
              <a:rPr lang="en-VN" dirty="0"/>
              <a:t>03</a:t>
            </a:r>
          </a:p>
        </p:txBody>
      </p:sp>
    </p:spTree>
    <p:extLst>
      <p:ext uri="{BB962C8B-B14F-4D97-AF65-F5344CB8AC3E}">
        <p14:creationId xmlns:p14="http://schemas.microsoft.com/office/powerpoint/2010/main" val="31520534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3CF85-E9DC-CE6F-1505-4F1261E32A66}"/>
              </a:ext>
            </a:extLst>
          </p:cNvPr>
          <p:cNvSpPr>
            <a:spLocks noGrp="1"/>
          </p:cNvSpPr>
          <p:nvPr>
            <p:ph type="title"/>
          </p:nvPr>
        </p:nvSpPr>
        <p:spPr/>
        <p:txBody>
          <a:bodyPr/>
          <a:lstStyle/>
          <a:p>
            <a:r>
              <a:rPr lang="en-VN" dirty="0"/>
              <a:t>3.</a:t>
            </a:r>
            <a:r>
              <a:rPr lang="en-US" dirty="0"/>
              <a:t>1</a:t>
            </a:r>
            <a:r>
              <a:rPr lang="en-VN" dirty="0"/>
              <a:t> Kết quả của giải pháp đề xuất</a:t>
            </a:r>
          </a:p>
        </p:txBody>
      </p:sp>
      <p:sp>
        <p:nvSpPr>
          <p:cNvPr id="4" name="Footer Placeholder 3">
            <a:extLst>
              <a:ext uri="{FF2B5EF4-FFF2-40B4-BE49-F238E27FC236}">
                <a16:creationId xmlns:a16="http://schemas.microsoft.com/office/drawing/2014/main" id="{D00AD507-0259-B42B-993D-FEB886623ACE}"/>
              </a:ext>
            </a:extLst>
          </p:cNvPr>
          <p:cNvSpPr>
            <a:spLocks noGrp="1"/>
          </p:cNvSpPr>
          <p:nvPr>
            <p:ph type="ftr" sz="quarter" idx="11"/>
          </p:nvPr>
        </p:nvSpPr>
        <p:spPr/>
        <p:txBody>
          <a:bodyPr/>
          <a:lstStyle/>
          <a:p>
            <a:r>
              <a:rPr lang="en-US"/>
              <a:t>Copyrights 2024 CE-UIT. All Rights Reserved.</a:t>
            </a:r>
            <a:endParaRPr lang="en-US" dirty="0"/>
          </a:p>
        </p:txBody>
      </p:sp>
      <p:sp>
        <p:nvSpPr>
          <p:cNvPr id="5" name="Slide Number Placeholder 4">
            <a:extLst>
              <a:ext uri="{FF2B5EF4-FFF2-40B4-BE49-F238E27FC236}">
                <a16:creationId xmlns:a16="http://schemas.microsoft.com/office/drawing/2014/main" id="{0A3B00C4-D25B-870A-BDED-B4451C756CDA}"/>
              </a:ext>
            </a:extLst>
          </p:cNvPr>
          <p:cNvSpPr>
            <a:spLocks noGrp="1"/>
          </p:cNvSpPr>
          <p:nvPr>
            <p:ph type="sldNum" sz="quarter" idx="12"/>
          </p:nvPr>
        </p:nvSpPr>
        <p:spPr/>
        <p:txBody>
          <a:bodyPr/>
          <a:lstStyle/>
          <a:p>
            <a:fld id="{48F63A3B-78C7-47BE-AE5E-E10140E04643}" type="slidenum">
              <a:rPr lang="en-US" smtClean="0"/>
              <a:pPr/>
              <a:t>13</a:t>
            </a:fld>
            <a:endParaRPr lang="en-US" dirty="0"/>
          </a:p>
        </p:txBody>
      </p:sp>
      <p:graphicFrame>
        <p:nvGraphicFramePr>
          <p:cNvPr id="9" name="Google Shape;325;p21">
            <a:extLst>
              <a:ext uri="{FF2B5EF4-FFF2-40B4-BE49-F238E27FC236}">
                <a16:creationId xmlns:a16="http://schemas.microsoft.com/office/drawing/2014/main" id="{14ED0226-3122-9C3D-44C2-A491F1AEA7EF}"/>
              </a:ext>
            </a:extLst>
          </p:cNvPr>
          <p:cNvGraphicFramePr/>
          <p:nvPr>
            <p:extLst>
              <p:ext uri="{D42A27DB-BD31-4B8C-83A1-F6EECF244321}">
                <p14:modId xmlns:p14="http://schemas.microsoft.com/office/powerpoint/2010/main" val="446754619"/>
              </p:ext>
            </p:extLst>
          </p:nvPr>
        </p:nvGraphicFramePr>
        <p:xfrm>
          <a:off x="576262" y="2721505"/>
          <a:ext cx="11039475" cy="2981375"/>
        </p:xfrm>
        <a:graphic>
          <a:graphicData uri="http://schemas.openxmlformats.org/drawingml/2006/table">
            <a:tbl>
              <a:tblPr firstRow="1" bandRow="1">
                <a:noFill/>
              </a:tblPr>
              <a:tblGrid>
                <a:gridCol w="2059775">
                  <a:extLst>
                    <a:ext uri="{9D8B030D-6E8A-4147-A177-3AD203B41FA5}">
                      <a16:colId xmlns:a16="http://schemas.microsoft.com/office/drawing/2014/main" val="20000"/>
                    </a:ext>
                  </a:extLst>
                </a:gridCol>
                <a:gridCol w="3612650">
                  <a:extLst>
                    <a:ext uri="{9D8B030D-6E8A-4147-A177-3AD203B41FA5}">
                      <a16:colId xmlns:a16="http://schemas.microsoft.com/office/drawing/2014/main" val="20001"/>
                    </a:ext>
                  </a:extLst>
                </a:gridCol>
                <a:gridCol w="4200975">
                  <a:extLst>
                    <a:ext uri="{9D8B030D-6E8A-4147-A177-3AD203B41FA5}">
                      <a16:colId xmlns:a16="http://schemas.microsoft.com/office/drawing/2014/main" val="20002"/>
                    </a:ext>
                  </a:extLst>
                </a:gridCol>
                <a:gridCol w="1166075">
                  <a:extLst>
                    <a:ext uri="{9D8B030D-6E8A-4147-A177-3AD203B41FA5}">
                      <a16:colId xmlns:a16="http://schemas.microsoft.com/office/drawing/2014/main" val="20003"/>
                    </a:ext>
                  </a:extLst>
                </a:gridCol>
              </a:tblGrid>
              <a:tr h="596275">
                <a:tc>
                  <a:txBody>
                    <a:bodyPr/>
                    <a:lstStyle/>
                    <a:p>
                      <a:pPr marL="0" marR="0" lvl="0" indent="0" algn="l" rtl="0">
                        <a:spcBef>
                          <a:spcPts val="0"/>
                        </a:spcBef>
                        <a:spcAft>
                          <a:spcPts val="0"/>
                        </a:spcAft>
                        <a:buNone/>
                      </a:pPr>
                      <a:r>
                        <a:rPr lang="en-US" sz="1500" b="1" i="0" u="none" strike="noStrike" cap="none" dirty="0">
                          <a:solidFill>
                            <a:srgbClr val="10B981"/>
                          </a:solidFill>
                          <a:latin typeface="+mj-lt"/>
                          <a:ea typeface="Inter SemiBold"/>
                          <a:cs typeface="Inter SemiBold"/>
                          <a:sym typeface="Inter SemiBold"/>
                        </a:rPr>
                        <a:t>Module </a:t>
                      </a:r>
                      <a:r>
                        <a:rPr lang="en-US" sz="1500" b="1" i="0" u="none" strike="noStrike" cap="none" dirty="0" err="1">
                          <a:solidFill>
                            <a:srgbClr val="10B981"/>
                          </a:solidFill>
                          <a:latin typeface="+mj-lt"/>
                          <a:ea typeface="Inter SemiBold"/>
                          <a:cs typeface="Inter SemiBold"/>
                          <a:sym typeface="Inter SemiBold"/>
                        </a:rPr>
                        <a:t>chức</a:t>
                      </a:r>
                      <a:r>
                        <a:rPr lang="en-US" sz="1500" b="1" i="0" u="none" strike="noStrike" cap="none" dirty="0">
                          <a:solidFill>
                            <a:srgbClr val="10B981"/>
                          </a:solidFill>
                          <a:latin typeface="+mj-lt"/>
                          <a:ea typeface="Inter SemiBold"/>
                          <a:cs typeface="Inter SemiBold"/>
                          <a:sym typeface="Inter SemiBold"/>
                        </a:rPr>
                        <a:t> </a:t>
                      </a:r>
                      <a:r>
                        <a:rPr lang="en-US" sz="1500" b="1" i="0" u="none" strike="noStrike" cap="none" dirty="0" err="1">
                          <a:solidFill>
                            <a:srgbClr val="10B981"/>
                          </a:solidFill>
                          <a:latin typeface="+mj-lt"/>
                          <a:ea typeface="Inter SemiBold"/>
                          <a:cs typeface="Inter SemiBold"/>
                          <a:sym typeface="Inter SemiBold"/>
                        </a:rPr>
                        <a:t>năng</a:t>
                      </a:r>
                      <a:endParaRPr sz="1500" b="1" dirty="0">
                        <a:latin typeface="+mj-lt"/>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F2937"/>
                    </a:solidFill>
                  </a:tcPr>
                </a:tc>
                <a:tc>
                  <a:txBody>
                    <a:bodyPr/>
                    <a:lstStyle/>
                    <a:p>
                      <a:pPr marL="0" marR="0" lvl="0" indent="0" algn="l" rtl="0">
                        <a:spcBef>
                          <a:spcPts val="0"/>
                        </a:spcBef>
                        <a:spcAft>
                          <a:spcPts val="0"/>
                        </a:spcAft>
                        <a:buNone/>
                      </a:pPr>
                      <a:r>
                        <a:rPr lang="en-US" sz="1500" b="1" i="0" u="none" strike="noStrike" cap="none" dirty="0" err="1">
                          <a:solidFill>
                            <a:srgbClr val="10B981"/>
                          </a:solidFill>
                          <a:latin typeface="+mj-lt"/>
                          <a:ea typeface="Inter SemiBold"/>
                          <a:cs typeface="Inter SemiBold"/>
                          <a:sym typeface="Inter SemiBold"/>
                        </a:rPr>
                        <a:t>Nội</a:t>
                      </a:r>
                      <a:r>
                        <a:rPr lang="en-US" sz="1500" b="1" i="0" u="none" strike="noStrike" cap="none" dirty="0">
                          <a:solidFill>
                            <a:srgbClr val="10B981"/>
                          </a:solidFill>
                          <a:latin typeface="+mj-lt"/>
                          <a:ea typeface="Inter SemiBold"/>
                          <a:cs typeface="Inter SemiBold"/>
                          <a:sym typeface="Inter SemiBold"/>
                        </a:rPr>
                        <a:t> dung </a:t>
                      </a:r>
                      <a:r>
                        <a:rPr lang="en-US" sz="1500" b="1" i="0" u="none" strike="noStrike" cap="none" dirty="0" err="1">
                          <a:solidFill>
                            <a:srgbClr val="10B981"/>
                          </a:solidFill>
                          <a:latin typeface="+mj-lt"/>
                          <a:ea typeface="Inter SemiBold"/>
                          <a:cs typeface="Inter SemiBold"/>
                          <a:sym typeface="Inter SemiBold"/>
                        </a:rPr>
                        <a:t>kiểm</a:t>
                      </a:r>
                      <a:r>
                        <a:rPr lang="en-US" sz="1500" b="1" i="0" u="none" strike="noStrike" cap="none" dirty="0">
                          <a:solidFill>
                            <a:srgbClr val="10B981"/>
                          </a:solidFill>
                          <a:latin typeface="+mj-lt"/>
                          <a:ea typeface="Inter SemiBold"/>
                          <a:cs typeface="Inter SemiBold"/>
                          <a:sym typeface="Inter SemiBold"/>
                        </a:rPr>
                        <a:t> </a:t>
                      </a:r>
                      <a:r>
                        <a:rPr lang="en-US" sz="1500" b="1" i="0" u="none" strike="noStrike" cap="none" dirty="0" err="1">
                          <a:solidFill>
                            <a:srgbClr val="10B981"/>
                          </a:solidFill>
                          <a:latin typeface="+mj-lt"/>
                          <a:ea typeface="Inter SemiBold"/>
                          <a:cs typeface="Inter SemiBold"/>
                          <a:sym typeface="Inter SemiBold"/>
                        </a:rPr>
                        <a:t>thử</a:t>
                      </a:r>
                      <a:r>
                        <a:rPr lang="en-US" sz="1500" b="1" i="0" u="none" strike="noStrike" cap="none" dirty="0">
                          <a:solidFill>
                            <a:srgbClr val="10B981"/>
                          </a:solidFill>
                          <a:latin typeface="+mj-lt"/>
                          <a:ea typeface="Inter SemiBold"/>
                          <a:cs typeface="Inter SemiBold"/>
                          <a:sym typeface="Inter SemiBold"/>
                        </a:rPr>
                        <a:t> </a:t>
                      </a:r>
                      <a:r>
                        <a:rPr lang="en-US" sz="1500" b="1" i="0" u="none" strike="noStrike" cap="none" dirty="0" err="1">
                          <a:solidFill>
                            <a:srgbClr val="10B981"/>
                          </a:solidFill>
                          <a:latin typeface="+mj-lt"/>
                          <a:ea typeface="Inter SemiBold"/>
                          <a:cs typeface="Inter SemiBold"/>
                          <a:sym typeface="Inter SemiBold"/>
                        </a:rPr>
                        <a:t>thực</a:t>
                      </a:r>
                      <a:r>
                        <a:rPr lang="en-US" sz="1500" b="1" i="0" u="none" strike="noStrike" cap="none" dirty="0">
                          <a:solidFill>
                            <a:srgbClr val="10B981"/>
                          </a:solidFill>
                          <a:latin typeface="+mj-lt"/>
                          <a:ea typeface="Inter SemiBold"/>
                          <a:cs typeface="Inter SemiBold"/>
                          <a:sym typeface="Inter SemiBold"/>
                        </a:rPr>
                        <a:t> </a:t>
                      </a:r>
                      <a:r>
                        <a:rPr lang="en-US" sz="1500" b="1" i="0" u="none" strike="noStrike" cap="none" dirty="0" err="1">
                          <a:solidFill>
                            <a:srgbClr val="10B981"/>
                          </a:solidFill>
                          <a:latin typeface="+mj-lt"/>
                          <a:ea typeface="Inter SemiBold"/>
                          <a:cs typeface="Inter SemiBold"/>
                          <a:sym typeface="Inter SemiBold"/>
                        </a:rPr>
                        <a:t>nghiệm</a:t>
                      </a:r>
                      <a:endParaRPr sz="1500" b="1" dirty="0">
                        <a:latin typeface="+mj-lt"/>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F2937"/>
                    </a:solidFill>
                  </a:tcPr>
                </a:tc>
                <a:tc>
                  <a:txBody>
                    <a:bodyPr/>
                    <a:lstStyle/>
                    <a:p>
                      <a:pPr marL="0" marR="0" lvl="0" indent="0" algn="l" rtl="0">
                        <a:spcBef>
                          <a:spcPts val="0"/>
                        </a:spcBef>
                        <a:spcAft>
                          <a:spcPts val="0"/>
                        </a:spcAft>
                        <a:buNone/>
                      </a:pPr>
                      <a:r>
                        <a:rPr lang="en-US" sz="1500" b="1" i="0" u="none" strike="noStrike" cap="none" dirty="0" err="1">
                          <a:solidFill>
                            <a:srgbClr val="10B981"/>
                          </a:solidFill>
                          <a:latin typeface="+mj-lt"/>
                          <a:ea typeface="Inter SemiBold"/>
                          <a:cs typeface="Inter SemiBold"/>
                          <a:sym typeface="Inter SemiBold"/>
                        </a:rPr>
                        <a:t>Kết</a:t>
                      </a:r>
                      <a:r>
                        <a:rPr lang="en-US" sz="1500" b="1" i="0" u="none" strike="noStrike" cap="none" dirty="0">
                          <a:solidFill>
                            <a:srgbClr val="10B981"/>
                          </a:solidFill>
                          <a:latin typeface="+mj-lt"/>
                          <a:ea typeface="Inter SemiBold"/>
                          <a:cs typeface="Inter SemiBold"/>
                          <a:sym typeface="Inter SemiBold"/>
                        </a:rPr>
                        <a:t> </a:t>
                      </a:r>
                      <a:r>
                        <a:rPr lang="en-US" sz="1500" b="1" i="0" u="none" strike="noStrike" cap="none" dirty="0" err="1">
                          <a:solidFill>
                            <a:srgbClr val="10B981"/>
                          </a:solidFill>
                          <a:latin typeface="+mj-lt"/>
                          <a:ea typeface="Inter SemiBold"/>
                          <a:cs typeface="Inter SemiBold"/>
                          <a:sym typeface="Inter SemiBold"/>
                        </a:rPr>
                        <a:t>quả</a:t>
                      </a:r>
                      <a:r>
                        <a:rPr lang="en-US" sz="1500" b="1" i="0" u="none" strike="noStrike" cap="none" dirty="0">
                          <a:solidFill>
                            <a:srgbClr val="10B981"/>
                          </a:solidFill>
                          <a:latin typeface="+mj-lt"/>
                          <a:ea typeface="Inter SemiBold"/>
                          <a:cs typeface="Inter SemiBold"/>
                          <a:sym typeface="Inter SemiBold"/>
                        </a:rPr>
                        <a:t> </a:t>
                      </a:r>
                      <a:r>
                        <a:rPr lang="en-US" sz="1500" b="1" i="0" u="none" strike="noStrike" cap="none" dirty="0" err="1">
                          <a:solidFill>
                            <a:srgbClr val="10B981"/>
                          </a:solidFill>
                          <a:latin typeface="+mj-lt"/>
                          <a:ea typeface="Inter SemiBold"/>
                          <a:cs typeface="Inter SemiBold"/>
                          <a:sym typeface="Inter SemiBold"/>
                        </a:rPr>
                        <a:t>mong</a:t>
                      </a:r>
                      <a:r>
                        <a:rPr lang="en-US" sz="1500" b="1" i="0" u="none" strike="noStrike" cap="none" dirty="0">
                          <a:solidFill>
                            <a:srgbClr val="10B981"/>
                          </a:solidFill>
                          <a:latin typeface="+mj-lt"/>
                          <a:ea typeface="Inter SemiBold"/>
                          <a:cs typeface="Inter SemiBold"/>
                          <a:sym typeface="Inter SemiBold"/>
                        </a:rPr>
                        <a:t> </a:t>
                      </a:r>
                      <a:r>
                        <a:rPr lang="en-US" sz="1500" b="1" i="0" u="none" strike="noStrike" cap="none" dirty="0" err="1">
                          <a:solidFill>
                            <a:srgbClr val="10B981"/>
                          </a:solidFill>
                          <a:latin typeface="+mj-lt"/>
                          <a:ea typeface="Inter SemiBold"/>
                          <a:cs typeface="Inter SemiBold"/>
                          <a:sym typeface="Inter SemiBold"/>
                        </a:rPr>
                        <a:t>đợi</a:t>
                      </a:r>
                      <a:r>
                        <a:rPr lang="en-US" sz="1500" b="1" i="0" u="none" strike="noStrike" cap="none" dirty="0">
                          <a:solidFill>
                            <a:srgbClr val="10B981"/>
                          </a:solidFill>
                          <a:latin typeface="+mj-lt"/>
                          <a:ea typeface="Inter SemiBold"/>
                          <a:cs typeface="Inter SemiBold"/>
                          <a:sym typeface="Inter SemiBold"/>
                        </a:rPr>
                        <a:t> </a:t>
                      </a:r>
                      <a:r>
                        <a:rPr lang="en-US" sz="1500" b="1" i="0" u="none" strike="noStrike" cap="none" dirty="0" err="1">
                          <a:solidFill>
                            <a:srgbClr val="10B981"/>
                          </a:solidFill>
                          <a:latin typeface="+mj-lt"/>
                          <a:ea typeface="Inter SemiBold"/>
                          <a:cs typeface="Inter SemiBold"/>
                          <a:sym typeface="Inter SemiBold"/>
                        </a:rPr>
                        <a:t>trên</a:t>
                      </a:r>
                      <a:r>
                        <a:rPr lang="en-US" sz="1500" b="1" i="0" u="none" strike="noStrike" cap="none" dirty="0">
                          <a:solidFill>
                            <a:srgbClr val="10B981"/>
                          </a:solidFill>
                          <a:latin typeface="+mj-lt"/>
                          <a:ea typeface="Inter SemiBold"/>
                          <a:cs typeface="Inter SemiBold"/>
                          <a:sym typeface="Inter SemiBold"/>
                        </a:rPr>
                        <a:t> </a:t>
                      </a:r>
                      <a:r>
                        <a:rPr lang="en-US" sz="1500" b="1" i="0" u="none" strike="noStrike" cap="none" dirty="0" err="1">
                          <a:solidFill>
                            <a:srgbClr val="10B981"/>
                          </a:solidFill>
                          <a:latin typeface="+mj-lt"/>
                          <a:ea typeface="Inter SemiBold"/>
                          <a:cs typeface="Inter SemiBold"/>
                          <a:sym typeface="Inter SemiBold"/>
                        </a:rPr>
                        <a:t>giao</a:t>
                      </a:r>
                      <a:r>
                        <a:rPr lang="en-US" sz="1500" b="1" i="0" u="none" strike="noStrike" cap="none" dirty="0">
                          <a:solidFill>
                            <a:srgbClr val="10B981"/>
                          </a:solidFill>
                          <a:latin typeface="+mj-lt"/>
                          <a:ea typeface="Inter SemiBold"/>
                          <a:cs typeface="Inter SemiBold"/>
                          <a:sym typeface="Inter SemiBold"/>
                        </a:rPr>
                        <a:t> </a:t>
                      </a:r>
                      <a:r>
                        <a:rPr lang="en-US" sz="1500" b="1" i="0" u="none" strike="noStrike" cap="none" dirty="0" err="1">
                          <a:solidFill>
                            <a:srgbClr val="10B981"/>
                          </a:solidFill>
                          <a:latin typeface="+mj-lt"/>
                          <a:ea typeface="Inter SemiBold"/>
                          <a:cs typeface="Inter SemiBold"/>
                          <a:sym typeface="Inter SemiBold"/>
                        </a:rPr>
                        <a:t>diện</a:t>
                      </a:r>
                      <a:r>
                        <a:rPr lang="en-US" sz="1500" b="1" i="0" u="none" strike="noStrike" cap="none" dirty="0">
                          <a:solidFill>
                            <a:srgbClr val="10B981"/>
                          </a:solidFill>
                          <a:latin typeface="+mj-lt"/>
                          <a:ea typeface="Inter SemiBold"/>
                          <a:cs typeface="Inter SemiBold"/>
                          <a:sym typeface="Inter SemiBold"/>
                        </a:rPr>
                        <a:t> HMI</a:t>
                      </a:r>
                      <a:endParaRPr sz="1500" b="1" dirty="0">
                        <a:latin typeface="+mj-lt"/>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F2937"/>
                    </a:solidFill>
                  </a:tcPr>
                </a:tc>
                <a:tc>
                  <a:txBody>
                    <a:bodyPr/>
                    <a:lstStyle/>
                    <a:p>
                      <a:pPr marL="0" marR="0" lvl="0" indent="0" algn="l" rtl="0">
                        <a:spcBef>
                          <a:spcPts val="0"/>
                        </a:spcBef>
                        <a:spcAft>
                          <a:spcPts val="0"/>
                        </a:spcAft>
                        <a:buNone/>
                      </a:pPr>
                      <a:r>
                        <a:rPr lang="en-US" sz="1500" b="1" i="0" u="none" strike="noStrike" cap="none" dirty="0" err="1">
                          <a:solidFill>
                            <a:srgbClr val="10B981"/>
                          </a:solidFill>
                          <a:latin typeface="+mj-lt"/>
                          <a:ea typeface="Inter SemiBold"/>
                          <a:cs typeface="Inter SemiBold"/>
                          <a:sym typeface="Inter SemiBold"/>
                        </a:rPr>
                        <a:t>Trạng</a:t>
                      </a:r>
                      <a:r>
                        <a:rPr lang="en-US" sz="1500" b="1" i="0" u="none" strike="noStrike" cap="none" dirty="0">
                          <a:solidFill>
                            <a:srgbClr val="10B981"/>
                          </a:solidFill>
                          <a:latin typeface="+mj-lt"/>
                          <a:ea typeface="Inter SemiBold"/>
                          <a:cs typeface="Inter SemiBold"/>
                          <a:sym typeface="Inter SemiBold"/>
                        </a:rPr>
                        <a:t> </a:t>
                      </a:r>
                      <a:r>
                        <a:rPr lang="en-US" sz="1500" b="1" i="0" u="none" strike="noStrike" cap="none" dirty="0" err="1">
                          <a:solidFill>
                            <a:srgbClr val="10B981"/>
                          </a:solidFill>
                          <a:latin typeface="+mj-lt"/>
                          <a:ea typeface="Inter SemiBold"/>
                          <a:cs typeface="Inter SemiBold"/>
                          <a:sym typeface="Inter SemiBold"/>
                        </a:rPr>
                        <a:t>thái</a:t>
                      </a:r>
                      <a:endParaRPr sz="1500" b="1" dirty="0">
                        <a:latin typeface="+mj-lt"/>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F2937"/>
                    </a:solidFill>
                  </a:tcPr>
                </a:tc>
                <a:extLst>
                  <a:ext uri="{0D108BD9-81ED-4DB2-BD59-A6C34878D82A}">
                    <a16:rowId xmlns:a16="http://schemas.microsoft.com/office/drawing/2014/main" val="10000"/>
                  </a:ext>
                </a:extLst>
              </a:tr>
              <a:tr h="596275">
                <a:tc>
                  <a:txBody>
                    <a:bodyPr/>
                    <a:lstStyle/>
                    <a:p>
                      <a:pPr marL="0" marR="0" lvl="0" indent="0" algn="l" rtl="0">
                        <a:spcBef>
                          <a:spcPts val="0"/>
                        </a:spcBef>
                        <a:spcAft>
                          <a:spcPts val="0"/>
                        </a:spcAft>
                        <a:buNone/>
                      </a:pPr>
                      <a:r>
                        <a:rPr lang="en-US" sz="1400" b="1" i="0" u="none" strike="noStrike" cap="none" dirty="0" err="1">
                          <a:solidFill>
                            <a:schemeClr val="tx1"/>
                          </a:solidFill>
                          <a:latin typeface="+mj-lt"/>
                          <a:ea typeface="Inter"/>
                          <a:cs typeface="Inter"/>
                          <a:sym typeface="Inter"/>
                        </a:rPr>
                        <a:t>Khởi</a:t>
                      </a:r>
                      <a:r>
                        <a:rPr lang="en-US" sz="1400" b="1" i="0" u="none" strike="noStrike" cap="none" dirty="0">
                          <a:solidFill>
                            <a:schemeClr val="tx1"/>
                          </a:solidFill>
                          <a:latin typeface="+mj-lt"/>
                          <a:ea typeface="Inter"/>
                          <a:cs typeface="Inter"/>
                          <a:sym typeface="Inter"/>
                        </a:rPr>
                        <a:t> </a:t>
                      </a:r>
                      <a:r>
                        <a:rPr lang="en-US" sz="1400" b="1" i="0" u="none" strike="noStrike" cap="none" dirty="0" err="1">
                          <a:solidFill>
                            <a:schemeClr val="tx1"/>
                          </a:solidFill>
                          <a:latin typeface="+mj-lt"/>
                          <a:ea typeface="Inter"/>
                          <a:cs typeface="Inter"/>
                          <a:sym typeface="Inter"/>
                        </a:rPr>
                        <a:t>động</a:t>
                      </a:r>
                      <a:r>
                        <a:rPr lang="en-US" sz="1400" b="1" i="0" u="none" strike="noStrike" cap="none" dirty="0">
                          <a:solidFill>
                            <a:schemeClr val="tx1"/>
                          </a:solidFill>
                          <a:latin typeface="+mj-lt"/>
                          <a:ea typeface="Inter"/>
                          <a:cs typeface="Inter"/>
                          <a:sym typeface="Inter"/>
                        </a:rPr>
                        <a:t> (</a:t>
                      </a:r>
                      <a:r>
                        <a:rPr lang="en-US" sz="1400" b="1" i="0" u="none" strike="noStrike" cap="none" dirty="0" err="1">
                          <a:solidFill>
                            <a:schemeClr val="tx1"/>
                          </a:solidFill>
                          <a:latin typeface="+mj-lt"/>
                          <a:ea typeface="Inter"/>
                          <a:cs typeface="Inter"/>
                          <a:sym typeface="Inter"/>
                        </a:rPr>
                        <a:t>SysCheck</a:t>
                      </a:r>
                      <a:r>
                        <a:rPr lang="en-US" sz="1400" b="1" i="0" u="none" strike="noStrike" cap="none" dirty="0">
                          <a:solidFill>
                            <a:schemeClr val="tx1"/>
                          </a:solidFill>
                          <a:latin typeface="+mj-lt"/>
                          <a:ea typeface="Inter"/>
                          <a:cs typeface="Inter"/>
                          <a:sym typeface="Inter"/>
                        </a:rPr>
                        <a:t>)</a:t>
                      </a:r>
                      <a:endParaRPr sz="1400" dirty="0">
                        <a:solidFill>
                          <a:schemeClr val="tx1"/>
                        </a:solidFill>
                        <a:latin typeface="+mj-lt"/>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spcBef>
                          <a:spcPts val="0"/>
                        </a:spcBef>
                        <a:spcAft>
                          <a:spcPts val="0"/>
                        </a:spcAft>
                        <a:buNone/>
                      </a:pPr>
                      <a:r>
                        <a:rPr lang="en-US" sz="1400" b="0" i="0" u="none" strike="noStrike" cap="none">
                          <a:solidFill>
                            <a:schemeClr val="tx1"/>
                          </a:solidFill>
                          <a:latin typeface="+mj-lt"/>
                          <a:ea typeface="Inter"/>
                          <a:cs typeface="Inter"/>
                          <a:sym typeface="Inter"/>
                        </a:rPr>
                        <a:t>Quét lỗi phần cứng, phân tích cú pháp Regex stdout</a:t>
                      </a:r>
                      <a:endParaRPr sz="1400">
                        <a:solidFill>
                          <a:schemeClr val="tx1"/>
                        </a:solidFill>
                        <a:latin typeface="+mj-lt"/>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spcBef>
                          <a:spcPts val="0"/>
                        </a:spcBef>
                        <a:spcAft>
                          <a:spcPts val="0"/>
                        </a:spcAft>
                        <a:buNone/>
                      </a:pPr>
                      <a:r>
                        <a:rPr lang="en-US" sz="1400" b="0" i="0" u="none" strike="noStrike" cap="none" dirty="0" err="1">
                          <a:solidFill>
                            <a:schemeClr val="tx1"/>
                          </a:solidFill>
                          <a:latin typeface="+mj-lt"/>
                          <a:ea typeface="Inter"/>
                          <a:cs typeface="Inter"/>
                          <a:sym typeface="Inter"/>
                        </a:rPr>
                        <a:t>Tự</a:t>
                      </a:r>
                      <a:r>
                        <a:rPr lang="en-US" sz="1400" b="0" i="0" u="none" strike="noStrike" cap="none" dirty="0">
                          <a:solidFill>
                            <a:schemeClr val="tx1"/>
                          </a:solidFill>
                          <a:latin typeface="+mj-lt"/>
                          <a:ea typeface="Inter"/>
                          <a:cs typeface="Inter"/>
                          <a:sym typeface="Inter"/>
                        </a:rPr>
                        <a:t> </a:t>
                      </a:r>
                      <a:r>
                        <a:rPr lang="en-US" sz="1400" b="0" i="0" u="none" strike="noStrike" cap="none" dirty="0" err="1">
                          <a:solidFill>
                            <a:schemeClr val="tx1"/>
                          </a:solidFill>
                          <a:latin typeface="+mj-lt"/>
                          <a:ea typeface="Inter"/>
                          <a:cs typeface="Inter"/>
                          <a:sym typeface="Inter"/>
                        </a:rPr>
                        <a:t>động</a:t>
                      </a:r>
                      <a:r>
                        <a:rPr lang="en-US" sz="1400" b="0" i="0" u="none" strike="noStrike" cap="none" dirty="0">
                          <a:solidFill>
                            <a:schemeClr val="tx1"/>
                          </a:solidFill>
                          <a:latin typeface="+mj-lt"/>
                          <a:ea typeface="Inter"/>
                          <a:cs typeface="Inter"/>
                          <a:sym typeface="Inter"/>
                        </a:rPr>
                        <a:t> </a:t>
                      </a:r>
                      <a:r>
                        <a:rPr lang="en-US" sz="1400" b="0" i="0" u="none" strike="noStrike" cap="none" dirty="0" err="1">
                          <a:solidFill>
                            <a:schemeClr val="tx1"/>
                          </a:solidFill>
                          <a:latin typeface="+mj-lt"/>
                          <a:ea typeface="Inter"/>
                          <a:cs typeface="Inter"/>
                          <a:sym typeface="Inter"/>
                        </a:rPr>
                        <a:t>mở</a:t>
                      </a:r>
                      <a:r>
                        <a:rPr lang="en-US" sz="1400" b="0" i="0" u="none" strike="noStrike" cap="none" dirty="0">
                          <a:solidFill>
                            <a:schemeClr val="tx1"/>
                          </a:solidFill>
                          <a:latin typeface="+mj-lt"/>
                          <a:ea typeface="Inter"/>
                          <a:cs typeface="Inter"/>
                          <a:sym typeface="Inter"/>
                        </a:rPr>
                        <a:t> </a:t>
                      </a:r>
                      <a:r>
                        <a:rPr lang="en-US" sz="1400" b="0" i="0" u="none" strike="noStrike" cap="none" dirty="0" err="1">
                          <a:solidFill>
                            <a:schemeClr val="tx1"/>
                          </a:solidFill>
                          <a:latin typeface="+mj-lt"/>
                          <a:ea typeface="Inter"/>
                          <a:cs typeface="Inter"/>
                          <a:sym typeface="Inter"/>
                        </a:rPr>
                        <a:t>khóa</a:t>
                      </a:r>
                      <a:r>
                        <a:rPr lang="en-US" sz="1400" b="0" i="0" u="none" strike="noStrike" cap="none" dirty="0">
                          <a:solidFill>
                            <a:schemeClr val="tx1"/>
                          </a:solidFill>
                          <a:latin typeface="+mj-lt"/>
                          <a:ea typeface="Inter"/>
                          <a:cs typeface="Inter"/>
                          <a:sym typeface="Inter"/>
                        </a:rPr>
                        <a:t> </a:t>
                      </a:r>
                      <a:r>
                        <a:rPr lang="en-US" sz="1400" b="0" i="0" u="none" strike="noStrike" cap="none" dirty="0" err="1">
                          <a:solidFill>
                            <a:schemeClr val="tx1"/>
                          </a:solidFill>
                          <a:latin typeface="+mj-lt"/>
                          <a:ea typeface="Inter"/>
                          <a:cs typeface="Inter"/>
                          <a:sym typeface="Inter"/>
                        </a:rPr>
                        <a:t>giao</a:t>
                      </a:r>
                      <a:r>
                        <a:rPr lang="en-US" sz="1400" b="0" i="0" u="none" strike="noStrike" cap="none" dirty="0">
                          <a:solidFill>
                            <a:schemeClr val="tx1"/>
                          </a:solidFill>
                          <a:latin typeface="+mj-lt"/>
                          <a:ea typeface="Inter"/>
                          <a:cs typeface="Inter"/>
                          <a:sym typeface="Inter"/>
                        </a:rPr>
                        <a:t> </a:t>
                      </a:r>
                      <a:r>
                        <a:rPr lang="en-US" sz="1400" b="0" i="0" u="none" strike="noStrike" cap="none" dirty="0" err="1">
                          <a:solidFill>
                            <a:schemeClr val="tx1"/>
                          </a:solidFill>
                          <a:latin typeface="+mj-lt"/>
                          <a:ea typeface="Inter"/>
                          <a:cs typeface="Inter"/>
                          <a:sym typeface="Inter"/>
                        </a:rPr>
                        <a:t>diện</a:t>
                      </a:r>
                      <a:r>
                        <a:rPr lang="en-US" sz="1400" b="0" i="0" u="none" strike="noStrike" cap="none" dirty="0">
                          <a:solidFill>
                            <a:schemeClr val="tx1"/>
                          </a:solidFill>
                          <a:latin typeface="+mj-lt"/>
                          <a:ea typeface="Inter"/>
                          <a:cs typeface="Inter"/>
                          <a:sym typeface="Inter"/>
                        </a:rPr>
                        <a:t> </a:t>
                      </a:r>
                      <a:r>
                        <a:rPr lang="en-US" sz="1400" b="0" i="0" u="none" strike="noStrike" cap="none" dirty="0" err="1">
                          <a:solidFill>
                            <a:schemeClr val="tx1"/>
                          </a:solidFill>
                          <a:latin typeface="+mj-lt"/>
                          <a:ea typeface="Inter"/>
                          <a:cs typeface="Inter"/>
                          <a:sym typeface="Inter"/>
                        </a:rPr>
                        <a:t>sau</a:t>
                      </a:r>
                      <a:r>
                        <a:rPr lang="en-US" sz="1400" b="0" i="0" u="none" strike="noStrike" cap="none" dirty="0">
                          <a:solidFill>
                            <a:schemeClr val="tx1"/>
                          </a:solidFill>
                          <a:latin typeface="+mj-lt"/>
                          <a:ea typeface="Inter"/>
                          <a:cs typeface="Inter"/>
                          <a:sym typeface="Inter"/>
                        </a:rPr>
                        <a:t> 2s </a:t>
                      </a:r>
                      <a:r>
                        <a:rPr lang="en-US" sz="1400" b="0" i="0" u="none" strike="noStrike" cap="none" dirty="0" err="1">
                          <a:solidFill>
                            <a:schemeClr val="tx1"/>
                          </a:solidFill>
                          <a:latin typeface="+mj-lt"/>
                          <a:ea typeface="Inter"/>
                          <a:cs typeface="Inter"/>
                          <a:sym typeface="Inter"/>
                        </a:rPr>
                        <a:t>khi</a:t>
                      </a:r>
                      <a:r>
                        <a:rPr lang="en-US" sz="1400" b="0" i="0" u="none" strike="noStrike" cap="none" dirty="0">
                          <a:solidFill>
                            <a:schemeClr val="tx1"/>
                          </a:solidFill>
                          <a:latin typeface="+mj-lt"/>
                          <a:ea typeface="Inter"/>
                          <a:cs typeface="Inter"/>
                          <a:sym typeface="Inter"/>
                        </a:rPr>
                        <a:t> </a:t>
                      </a:r>
                      <a:r>
                        <a:rPr lang="en-US" sz="1400" b="0" i="0" u="none" strike="noStrike" cap="none" dirty="0" err="1">
                          <a:solidFill>
                            <a:schemeClr val="tx1"/>
                          </a:solidFill>
                          <a:latin typeface="+mj-lt"/>
                          <a:ea typeface="Inter"/>
                          <a:cs typeface="Inter"/>
                          <a:sym typeface="Inter"/>
                        </a:rPr>
                        <a:t>đạt</a:t>
                      </a:r>
                      <a:r>
                        <a:rPr lang="en-US" sz="1400" b="0" i="0" u="none" strike="noStrike" cap="none" dirty="0">
                          <a:solidFill>
                            <a:schemeClr val="tx1"/>
                          </a:solidFill>
                          <a:latin typeface="+mj-lt"/>
                          <a:ea typeface="Inter"/>
                          <a:cs typeface="Inter"/>
                          <a:sym typeface="Inter"/>
                        </a:rPr>
                        <a:t> exit code = 0</a:t>
                      </a:r>
                      <a:endParaRPr sz="1400" dirty="0">
                        <a:solidFill>
                          <a:schemeClr val="tx1"/>
                        </a:solidFill>
                        <a:latin typeface="+mj-lt"/>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spcBef>
                          <a:spcPts val="0"/>
                        </a:spcBef>
                        <a:spcAft>
                          <a:spcPts val="0"/>
                        </a:spcAft>
                        <a:buNone/>
                      </a:pPr>
                      <a:r>
                        <a:rPr lang="en-US" sz="1400" b="0" i="0" u="none" strike="noStrike" cap="none" dirty="0">
                          <a:solidFill>
                            <a:srgbClr val="10B981"/>
                          </a:solidFill>
                          <a:latin typeface="+mj-lt"/>
                          <a:ea typeface="Inter SemiBold"/>
                          <a:cs typeface="Inter SemiBold"/>
                          <a:sym typeface="Inter SemiBold"/>
                        </a:rPr>
                        <a:t>PASS</a:t>
                      </a:r>
                      <a:endParaRPr sz="1400" dirty="0">
                        <a:latin typeface="+mj-lt"/>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96275">
                <a:tc>
                  <a:txBody>
                    <a:bodyPr/>
                    <a:lstStyle/>
                    <a:p>
                      <a:pPr marL="0" marR="0" lvl="0" indent="0" algn="l" rtl="0">
                        <a:spcBef>
                          <a:spcPts val="0"/>
                        </a:spcBef>
                        <a:spcAft>
                          <a:spcPts val="0"/>
                        </a:spcAft>
                        <a:buNone/>
                      </a:pPr>
                      <a:r>
                        <a:rPr lang="en-US" sz="1400" b="1" i="0" u="none" strike="noStrike" cap="none" dirty="0" err="1">
                          <a:solidFill>
                            <a:schemeClr val="tx1"/>
                          </a:solidFill>
                          <a:latin typeface="+mj-lt"/>
                          <a:ea typeface="Inter"/>
                          <a:cs typeface="Inter"/>
                          <a:sym typeface="Inter"/>
                        </a:rPr>
                        <a:t>Dẫn</a:t>
                      </a:r>
                      <a:r>
                        <a:rPr lang="en-US" sz="1400" b="1" i="0" u="none" strike="noStrike" cap="none" dirty="0">
                          <a:solidFill>
                            <a:schemeClr val="tx1"/>
                          </a:solidFill>
                          <a:latin typeface="+mj-lt"/>
                          <a:ea typeface="Inter"/>
                          <a:cs typeface="Inter"/>
                          <a:sym typeface="Inter"/>
                        </a:rPr>
                        <a:t> </a:t>
                      </a:r>
                      <a:r>
                        <a:rPr lang="en-US" sz="1400" b="1" i="0" u="none" strike="noStrike" cap="none" dirty="0" err="1">
                          <a:solidFill>
                            <a:schemeClr val="tx1"/>
                          </a:solidFill>
                          <a:latin typeface="+mj-lt"/>
                          <a:ea typeface="Inter"/>
                          <a:cs typeface="Inter"/>
                          <a:sym typeface="Inter"/>
                        </a:rPr>
                        <a:t>đường</a:t>
                      </a:r>
                      <a:r>
                        <a:rPr lang="en-US" sz="1400" b="1" i="0" u="none" strike="noStrike" cap="none" dirty="0">
                          <a:solidFill>
                            <a:schemeClr val="tx1"/>
                          </a:solidFill>
                          <a:latin typeface="+mj-lt"/>
                          <a:ea typeface="Inter"/>
                          <a:cs typeface="Inter"/>
                          <a:sym typeface="Inter"/>
                        </a:rPr>
                        <a:t> (Navigation)</a:t>
                      </a:r>
                      <a:endParaRPr sz="1400" dirty="0">
                        <a:solidFill>
                          <a:schemeClr val="tx1"/>
                        </a:solidFill>
                        <a:latin typeface="+mj-lt"/>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spcBef>
                          <a:spcPts val="0"/>
                        </a:spcBef>
                        <a:spcAft>
                          <a:spcPts val="0"/>
                        </a:spcAft>
                        <a:buNone/>
                      </a:pPr>
                      <a:r>
                        <a:rPr lang="en-US" sz="1400" b="0" i="0" u="none" strike="noStrike" cap="none" dirty="0" err="1">
                          <a:solidFill>
                            <a:schemeClr val="tx1"/>
                          </a:solidFill>
                          <a:latin typeface="+mj-lt"/>
                          <a:ea typeface="Inter"/>
                          <a:cs typeface="Inter"/>
                          <a:sym typeface="Inter"/>
                        </a:rPr>
                        <a:t>Chọn</a:t>
                      </a:r>
                      <a:r>
                        <a:rPr lang="en-US" sz="1400" b="0" i="0" u="none" strike="noStrike" cap="none" dirty="0">
                          <a:solidFill>
                            <a:schemeClr val="tx1"/>
                          </a:solidFill>
                          <a:latin typeface="+mj-lt"/>
                          <a:ea typeface="Inter"/>
                          <a:cs typeface="Inter"/>
                          <a:sym typeface="Inter"/>
                        </a:rPr>
                        <a:t> </a:t>
                      </a:r>
                      <a:r>
                        <a:rPr lang="en-US" sz="1400" b="0" i="0" u="none" strike="noStrike" cap="none" dirty="0" err="1">
                          <a:solidFill>
                            <a:schemeClr val="tx1"/>
                          </a:solidFill>
                          <a:latin typeface="+mj-lt"/>
                          <a:ea typeface="Inter"/>
                          <a:cs typeface="Inter"/>
                          <a:sym typeface="Inter"/>
                        </a:rPr>
                        <a:t>điểm</a:t>
                      </a:r>
                      <a:r>
                        <a:rPr lang="en-US" sz="1400" b="0" i="0" u="none" strike="noStrike" cap="none" dirty="0">
                          <a:solidFill>
                            <a:schemeClr val="tx1"/>
                          </a:solidFill>
                          <a:latin typeface="+mj-lt"/>
                          <a:ea typeface="Inter"/>
                          <a:cs typeface="Inter"/>
                          <a:sym typeface="Inter"/>
                        </a:rPr>
                        <a:t> </a:t>
                      </a:r>
                      <a:r>
                        <a:rPr lang="en-US" sz="1400" b="0" i="0" u="none" strike="noStrike" cap="none" dirty="0" err="1">
                          <a:solidFill>
                            <a:schemeClr val="tx1"/>
                          </a:solidFill>
                          <a:latin typeface="+mj-lt"/>
                          <a:ea typeface="Inter"/>
                          <a:cs typeface="Inter"/>
                          <a:sym typeface="Inter"/>
                        </a:rPr>
                        <a:t>đích</a:t>
                      </a:r>
                      <a:r>
                        <a:rPr lang="en-US" sz="1400" b="0" i="0" u="none" strike="noStrike" cap="none" dirty="0">
                          <a:solidFill>
                            <a:schemeClr val="tx1"/>
                          </a:solidFill>
                          <a:latin typeface="+mj-lt"/>
                          <a:ea typeface="Inter"/>
                          <a:cs typeface="Inter"/>
                          <a:sym typeface="Inter"/>
                        </a:rPr>
                        <a:t> </a:t>
                      </a:r>
                      <a:r>
                        <a:rPr lang="en-US" sz="1400" b="0" i="0" u="none" strike="noStrike" cap="none" dirty="0" err="1">
                          <a:solidFill>
                            <a:schemeClr val="tx1"/>
                          </a:solidFill>
                          <a:latin typeface="+mj-lt"/>
                          <a:ea typeface="Inter"/>
                          <a:cs typeface="Inter"/>
                          <a:sym typeface="Inter"/>
                        </a:rPr>
                        <a:t>trên</a:t>
                      </a:r>
                      <a:r>
                        <a:rPr lang="en-US" sz="1400" b="0" i="0" u="none" strike="noStrike" cap="none" dirty="0">
                          <a:solidFill>
                            <a:schemeClr val="tx1"/>
                          </a:solidFill>
                          <a:latin typeface="+mj-lt"/>
                          <a:ea typeface="Inter"/>
                          <a:cs typeface="Inter"/>
                          <a:sym typeface="Inter"/>
                        </a:rPr>
                        <a:t> </a:t>
                      </a:r>
                      <a:r>
                        <a:rPr lang="en-US" sz="1400" b="0" i="0" u="none" strike="noStrike" cap="none" dirty="0" err="1">
                          <a:solidFill>
                            <a:schemeClr val="tx1"/>
                          </a:solidFill>
                          <a:latin typeface="+mj-lt"/>
                          <a:ea typeface="Inter"/>
                          <a:cs typeface="Inter"/>
                          <a:sym typeface="Inter"/>
                        </a:rPr>
                        <a:t>bản</a:t>
                      </a:r>
                      <a:r>
                        <a:rPr lang="en-US" sz="1400" b="0" i="0" u="none" strike="noStrike" cap="none" dirty="0">
                          <a:solidFill>
                            <a:schemeClr val="tx1"/>
                          </a:solidFill>
                          <a:latin typeface="+mj-lt"/>
                          <a:ea typeface="Inter"/>
                          <a:cs typeface="Inter"/>
                          <a:sym typeface="Inter"/>
                        </a:rPr>
                        <a:t> </a:t>
                      </a:r>
                      <a:r>
                        <a:rPr lang="en-US" sz="1400" b="0" i="0" u="none" strike="noStrike" cap="none" dirty="0" err="1">
                          <a:solidFill>
                            <a:schemeClr val="tx1"/>
                          </a:solidFill>
                          <a:latin typeface="+mj-lt"/>
                          <a:ea typeface="Inter"/>
                          <a:cs typeface="Inter"/>
                          <a:sym typeface="Inter"/>
                        </a:rPr>
                        <a:t>đồ</a:t>
                      </a:r>
                      <a:r>
                        <a:rPr lang="en-US" sz="1400" b="0" i="0" u="none" strike="noStrike" cap="none" dirty="0">
                          <a:solidFill>
                            <a:schemeClr val="tx1"/>
                          </a:solidFill>
                          <a:latin typeface="+mj-lt"/>
                          <a:ea typeface="Inter"/>
                          <a:cs typeface="Inter"/>
                          <a:sym typeface="Inter"/>
                        </a:rPr>
                        <a:t> HMI (Hitbox/Touch)</a:t>
                      </a:r>
                      <a:endParaRPr sz="1400" dirty="0">
                        <a:solidFill>
                          <a:schemeClr val="tx1"/>
                        </a:solidFill>
                        <a:latin typeface="+mj-lt"/>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spcBef>
                          <a:spcPts val="0"/>
                        </a:spcBef>
                        <a:spcAft>
                          <a:spcPts val="0"/>
                        </a:spcAft>
                        <a:buNone/>
                      </a:pPr>
                      <a:r>
                        <a:rPr lang="en-US" sz="1400" b="0" i="0" u="none" strike="noStrike" cap="none">
                          <a:solidFill>
                            <a:schemeClr val="tx1"/>
                          </a:solidFill>
                          <a:latin typeface="+mj-lt"/>
                          <a:ea typeface="Inter"/>
                          <a:cs typeface="Inter"/>
                          <a:sym typeface="Inter"/>
                        </a:rPr>
                        <a:t>Phát tín hiệu điều hướng nav2_msgs, tự về Home sau 15s rảnh</a:t>
                      </a:r>
                      <a:endParaRPr sz="1400">
                        <a:solidFill>
                          <a:schemeClr val="tx1"/>
                        </a:solidFill>
                        <a:latin typeface="+mj-lt"/>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spcBef>
                          <a:spcPts val="0"/>
                        </a:spcBef>
                        <a:spcAft>
                          <a:spcPts val="0"/>
                        </a:spcAft>
                        <a:buNone/>
                      </a:pPr>
                      <a:r>
                        <a:rPr lang="en-US" sz="1400" b="0" i="0" u="none" strike="noStrike" cap="none" dirty="0">
                          <a:solidFill>
                            <a:srgbClr val="10B981"/>
                          </a:solidFill>
                          <a:latin typeface="+mj-lt"/>
                          <a:ea typeface="Inter SemiBold"/>
                          <a:cs typeface="Inter SemiBold"/>
                          <a:sym typeface="Inter SemiBold"/>
                        </a:rPr>
                        <a:t>PASS</a:t>
                      </a:r>
                      <a:endParaRPr sz="1400" dirty="0">
                        <a:latin typeface="+mj-lt"/>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96275">
                <a:tc>
                  <a:txBody>
                    <a:bodyPr/>
                    <a:lstStyle/>
                    <a:p>
                      <a:pPr marL="0" marR="0" lvl="0" indent="0" algn="l" rtl="0">
                        <a:spcBef>
                          <a:spcPts val="0"/>
                        </a:spcBef>
                        <a:spcAft>
                          <a:spcPts val="0"/>
                        </a:spcAft>
                        <a:buNone/>
                      </a:pPr>
                      <a:r>
                        <a:rPr lang="en-US" sz="1400" b="1" i="0" u="none" strike="noStrike" cap="none">
                          <a:solidFill>
                            <a:schemeClr val="tx1"/>
                          </a:solidFill>
                          <a:latin typeface="+mj-lt"/>
                          <a:ea typeface="Inter"/>
                          <a:cs typeface="Inter"/>
                          <a:sym typeface="Inter"/>
                        </a:rPr>
                        <a:t>Trình chiếu (Presentation)</a:t>
                      </a:r>
                      <a:endParaRPr sz="1400">
                        <a:solidFill>
                          <a:schemeClr val="tx1"/>
                        </a:solidFill>
                        <a:latin typeface="+mj-lt"/>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spcBef>
                          <a:spcPts val="0"/>
                        </a:spcBef>
                        <a:spcAft>
                          <a:spcPts val="0"/>
                        </a:spcAft>
                        <a:buNone/>
                      </a:pPr>
                      <a:r>
                        <a:rPr lang="en-US" sz="1400" b="0" i="0" u="none" strike="noStrike" cap="none" dirty="0" err="1">
                          <a:solidFill>
                            <a:schemeClr val="tx1"/>
                          </a:solidFill>
                          <a:latin typeface="+mj-lt"/>
                          <a:ea typeface="Inter"/>
                          <a:cs typeface="Inter"/>
                          <a:sym typeface="Inter"/>
                        </a:rPr>
                        <a:t>Quét</a:t>
                      </a:r>
                      <a:r>
                        <a:rPr lang="en-US" sz="1400" b="0" i="0" u="none" strike="noStrike" cap="none" dirty="0">
                          <a:solidFill>
                            <a:schemeClr val="tx1"/>
                          </a:solidFill>
                          <a:latin typeface="+mj-lt"/>
                          <a:ea typeface="Inter"/>
                          <a:cs typeface="Inter"/>
                          <a:sym typeface="Inter"/>
                        </a:rPr>
                        <a:t> </a:t>
                      </a:r>
                      <a:r>
                        <a:rPr lang="en-US" sz="1400" b="0" i="0" u="none" strike="noStrike" cap="none" dirty="0" err="1">
                          <a:solidFill>
                            <a:schemeClr val="tx1"/>
                          </a:solidFill>
                          <a:latin typeface="+mj-lt"/>
                          <a:ea typeface="Inter"/>
                          <a:cs typeface="Inter"/>
                          <a:sym typeface="Inter"/>
                        </a:rPr>
                        <a:t>mã</a:t>
                      </a:r>
                      <a:r>
                        <a:rPr lang="en-US" sz="1400" b="0" i="0" u="none" strike="noStrike" cap="none" dirty="0">
                          <a:solidFill>
                            <a:schemeClr val="tx1"/>
                          </a:solidFill>
                          <a:latin typeface="+mj-lt"/>
                          <a:ea typeface="Inter"/>
                          <a:cs typeface="Inter"/>
                          <a:sym typeface="Inter"/>
                        </a:rPr>
                        <a:t> QR, </a:t>
                      </a:r>
                      <a:r>
                        <a:rPr lang="en-US" sz="1400" b="0" i="0" u="none" strike="noStrike" cap="none" dirty="0" err="1">
                          <a:solidFill>
                            <a:schemeClr val="tx1"/>
                          </a:solidFill>
                          <a:latin typeface="+mj-lt"/>
                          <a:ea typeface="Inter"/>
                          <a:cs typeface="Inter"/>
                          <a:sym typeface="Inter"/>
                        </a:rPr>
                        <a:t>tải</a:t>
                      </a:r>
                      <a:r>
                        <a:rPr lang="en-US" sz="1400" b="0" i="0" u="none" strike="noStrike" cap="none" dirty="0">
                          <a:solidFill>
                            <a:schemeClr val="tx1"/>
                          </a:solidFill>
                          <a:latin typeface="+mj-lt"/>
                          <a:ea typeface="Inter"/>
                          <a:cs typeface="Inter"/>
                          <a:sym typeface="Inter"/>
                        </a:rPr>
                        <a:t> </a:t>
                      </a:r>
                      <a:r>
                        <a:rPr lang="en-US" sz="1400" b="0" i="0" u="none" strike="noStrike" cap="none" dirty="0" err="1">
                          <a:solidFill>
                            <a:schemeClr val="tx1"/>
                          </a:solidFill>
                          <a:latin typeface="+mj-lt"/>
                          <a:ea typeface="Inter"/>
                          <a:cs typeface="Inter"/>
                          <a:sym typeface="Inter"/>
                        </a:rPr>
                        <a:t>tệp</a:t>
                      </a:r>
                      <a:r>
                        <a:rPr lang="en-US" sz="1400" b="0" i="0" u="none" strike="noStrike" cap="none" dirty="0">
                          <a:solidFill>
                            <a:schemeClr val="tx1"/>
                          </a:solidFill>
                          <a:latin typeface="+mj-lt"/>
                          <a:ea typeface="Inter"/>
                          <a:cs typeface="Inter"/>
                          <a:sym typeface="Inter"/>
                        </a:rPr>
                        <a:t> PPTX, </a:t>
                      </a:r>
                      <a:r>
                        <a:rPr lang="en-US" sz="1400" b="0" i="0" u="none" strike="noStrike" cap="none" dirty="0" err="1">
                          <a:solidFill>
                            <a:schemeClr val="tx1"/>
                          </a:solidFill>
                          <a:latin typeface="+mj-lt"/>
                          <a:ea typeface="Inter"/>
                          <a:cs typeface="Inter"/>
                          <a:sym typeface="Inter"/>
                        </a:rPr>
                        <a:t>chuyển</a:t>
                      </a:r>
                      <a:r>
                        <a:rPr lang="en-US" sz="1400" b="0" i="0" u="none" strike="noStrike" cap="none" dirty="0">
                          <a:solidFill>
                            <a:schemeClr val="tx1"/>
                          </a:solidFill>
                          <a:latin typeface="+mj-lt"/>
                          <a:ea typeface="Inter"/>
                          <a:cs typeface="Inter"/>
                          <a:sym typeface="Inter"/>
                        </a:rPr>
                        <a:t> PDF </a:t>
                      </a:r>
                      <a:r>
                        <a:rPr lang="en-US" sz="1400" b="0" i="0" u="none" strike="noStrike" cap="none" dirty="0" err="1">
                          <a:solidFill>
                            <a:schemeClr val="tx1"/>
                          </a:solidFill>
                          <a:latin typeface="+mj-lt"/>
                          <a:ea typeface="Inter"/>
                          <a:cs typeface="Inter"/>
                          <a:sym typeface="Inter"/>
                        </a:rPr>
                        <a:t>ẩn</a:t>
                      </a:r>
                      <a:r>
                        <a:rPr lang="en-US" sz="1400" b="0" i="0" u="none" strike="noStrike" cap="none" dirty="0">
                          <a:solidFill>
                            <a:schemeClr val="tx1"/>
                          </a:solidFill>
                          <a:latin typeface="+mj-lt"/>
                          <a:ea typeface="Inter"/>
                          <a:cs typeface="Inter"/>
                          <a:sym typeface="Inter"/>
                        </a:rPr>
                        <a:t> </a:t>
                      </a:r>
                      <a:r>
                        <a:rPr lang="en-US" sz="1400" b="0" i="0" u="none" strike="noStrike" cap="none" dirty="0" err="1">
                          <a:solidFill>
                            <a:schemeClr val="tx1"/>
                          </a:solidFill>
                          <a:latin typeface="+mj-lt"/>
                          <a:ea typeface="Inter"/>
                          <a:cs typeface="Inter"/>
                          <a:sym typeface="Inter"/>
                        </a:rPr>
                        <a:t>ngầm</a:t>
                      </a:r>
                      <a:endParaRPr sz="1400" dirty="0">
                        <a:solidFill>
                          <a:schemeClr val="tx1"/>
                        </a:solidFill>
                        <a:latin typeface="+mj-lt"/>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spcBef>
                          <a:spcPts val="0"/>
                        </a:spcBef>
                        <a:spcAft>
                          <a:spcPts val="0"/>
                        </a:spcAft>
                        <a:buNone/>
                      </a:pPr>
                      <a:r>
                        <a:rPr lang="en-US" sz="1400" b="0" i="0" u="none" strike="noStrike" cap="none" dirty="0">
                          <a:solidFill>
                            <a:schemeClr val="tx1"/>
                          </a:solidFill>
                          <a:latin typeface="+mj-lt"/>
                          <a:ea typeface="Inter"/>
                          <a:cs typeface="Inter"/>
                          <a:sym typeface="Inter"/>
                        </a:rPr>
                        <a:t>Hiển </a:t>
                      </a:r>
                      <a:r>
                        <a:rPr lang="en-US" sz="1400" b="0" i="0" u="none" strike="noStrike" cap="none" dirty="0" err="1">
                          <a:solidFill>
                            <a:schemeClr val="tx1"/>
                          </a:solidFill>
                          <a:latin typeface="+mj-lt"/>
                          <a:ea typeface="Inter"/>
                          <a:cs typeface="Inter"/>
                          <a:sym typeface="Inter"/>
                        </a:rPr>
                        <a:t>thị</a:t>
                      </a:r>
                      <a:r>
                        <a:rPr lang="en-US" sz="1400" b="0" i="0" u="none" strike="noStrike" cap="none" dirty="0">
                          <a:solidFill>
                            <a:schemeClr val="tx1"/>
                          </a:solidFill>
                          <a:latin typeface="+mj-lt"/>
                          <a:ea typeface="Inter"/>
                          <a:cs typeface="Inter"/>
                          <a:sym typeface="Inter"/>
                        </a:rPr>
                        <a:t> </a:t>
                      </a:r>
                      <a:r>
                        <a:rPr lang="en-US" sz="1400" b="0" i="0" u="none" strike="noStrike" cap="none" dirty="0" err="1">
                          <a:solidFill>
                            <a:schemeClr val="tx1"/>
                          </a:solidFill>
                          <a:latin typeface="+mj-lt"/>
                          <a:ea typeface="Inter"/>
                          <a:cs typeface="Inter"/>
                          <a:sym typeface="Inter"/>
                        </a:rPr>
                        <a:t>ảnh</a:t>
                      </a:r>
                      <a:r>
                        <a:rPr lang="en-US" sz="1400" b="0" i="0" u="none" strike="noStrike" cap="none" dirty="0">
                          <a:solidFill>
                            <a:schemeClr val="tx1"/>
                          </a:solidFill>
                          <a:latin typeface="+mj-lt"/>
                          <a:ea typeface="Inter"/>
                          <a:cs typeface="Inter"/>
                          <a:sym typeface="Inter"/>
                        </a:rPr>
                        <a:t> </a:t>
                      </a:r>
                      <a:r>
                        <a:rPr lang="en-US" sz="1400" b="0" i="0" u="none" strike="noStrike" cap="none" dirty="0" err="1">
                          <a:solidFill>
                            <a:schemeClr val="tx1"/>
                          </a:solidFill>
                          <a:latin typeface="+mj-lt"/>
                          <a:ea typeface="Inter"/>
                          <a:cs typeface="Inter"/>
                          <a:sym typeface="Inter"/>
                        </a:rPr>
                        <a:t>mượt</a:t>
                      </a:r>
                      <a:r>
                        <a:rPr lang="en-US" sz="1400" b="0" i="0" u="none" strike="noStrike" cap="none" dirty="0">
                          <a:solidFill>
                            <a:schemeClr val="tx1"/>
                          </a:solidFill>
                          <a:latin typeface="+mj-lt"/>
                          <a:ea typeface="Inter"/>
                          <a:cs typeface="Inter"/>
                          <a:sym typeface="Inter"/>
                        </a:rPr>
                        <a:t> </a:t>
                      </a:r>
                      <a:r>
                        <a:rPr lang="en-US" sz="1400" b="0" i="0" u="none" strike="noStrike" cap="none" dirty="0" err="1">
                          <a:solidFill>
                            <a:schemeClr val="tx1"/>
                          </a:solidFill>
                          <a:latin typeface="+mj-lt"/>
                          <a:ea typeface="Inter"/>
                          <a:cs typeface="Inter"/>
                          <a:sym typeface="Inter"/>
                        </a:rPr>
                        <a:t>mà</a:t>
                      </a:r>
                      <a:r>
                        <a:rPr lang="en-US" sz="1400" b="0" i="0" u="none" strike="noStrike" cap="none" dirty="0">
                          <a:solidFill>
                            <a:schemeClr val="tx1"/>
                          </a:solidFill>
                          <a:latin typeface="+mj-lt"/>
                          <a:ea typeface="Inter"/>
                          <a:cs typeface="Inter"/>
                          <a:sym typeface="Inter"/>
                        </a:rPr>
                        <a:t>, </a:t>
                      </a:r>
                      <a:r>
                        <a:rPr lang="en-US" sz="1400" b="0" i="0" u="none" strike="noStrike" cap="none" dirty="0" err="1">
                          <a:solidFill>
                            <a:schemeClr val="tx1"/>
                          </a:solidFill>
                          <a:latin typeface="+mj-lt"/>
                          <a:ea typeface="Inter"/>
                          <a:cs typeface="Inter"/>
                          <a:sym typeface="Inter"/>
                        </a:rPr>
                        <a:t>lật</a:t>
                      </a:r>
                      <a:r>
                        <a:rPr lang="en-US" sz="1400" b="0" i="0" u="none" strike="noStrike" cap="none" dirty="0">
                          <a:solidFill>
                            <a:schemeClr val="tx1"/>
                          </a:solidFill>
                          <a:latin typeface="+mj-lt"/>
                          <a:ea typeface="Inter"/>
                          <a:cs typeface="Inter"/>
                          <a:sym typeface="Inter"/>
                        </a:rPr>
                        <a:t> </a:t>
                      </a:r>
                      <a:r>
                        <a:rPr lang="en-US" sz="1400" b="0" i="0" u="none" strike="noStrike" cap="none" dirty="0" err="1">
                          <a:solidFill>
                            <a:schemeClr val="tx1"/>
                          </a:solidFill>
                          <a:latin typeface="+mj-lt"/>
                          <a:ea typeface="Inter"/>
                          <a:cs typeface="Inter"/>
                          <a:sym typeface="Inter"/>
                        </a:rPr>
                        <a:t>trang</a:t>
                      </a:r>
                      <a:r>
                        <a:rPr lang="en-US" sz="1400" b="0" i="0" u="none" strike="noStrike" cap="none" dirty="0">
                          <a:solidFill>
                            <a:schemeClr val="tx1"/>
                          </a:solidFill>
                          <a:latin typeface="+mj-lt"/>
                          <a:ea typeface="Inter"/>
                          <a:cs typeface="Inter"/>
                          <a:sym typeface="Inter"/>
                        </a:rPr>
                        <a:t> </a:t>
                      </a:r>
                      <a:r>
                        <a:rPr lang="en-US" sz="1400" b="0" i="0" u="none" strike="noStrike" cap="none" dirty="0" err="1">
                          <a:solidFill>
                            <a:schemeClr val="tx1"/>
                          </a:solidFill>
                          <a:latin typeface="+mj-lt"/>
                          <a:ea typeface="Inter"/>
                          <a:cs typeface="Inter"/>
                          <a:sym typeface="Inter"/>
                        </a:rPr>
                        <a:t>chính</a:t>
                      </a:r>
                      <a:r>
                        <a:rPr lang="en-US" sz="1400" b="0" i="0" u="none" strike="noStrike" cap="none" dirty="0">
                          <a:solidFill>
                            <a:schemeClr val="tx1"/>
                          </a:solidFill>
                          <a:latin typeface="+mj-lt"/>
                          <a:ea typeface="Inter"/>
                          <a:cs typeface="Inter"/>
                          <a:sym typeface="Inter"/>
                        </a:rPr>
                        <a:t> </a:t>
                      </a:r>
                      <a:r>
                        <a:rPr lang="en-US" sz="1400" b="0" i="0" u="none" strike="noStrike" cap="none" dirty="0" err="1">
                          <a:solidFill>
                            <a:schemeClr val="tx1"/>
                          </a:solidFill>
                          <a:latin typeface="+mj-lt"/>
                          <a:ea typeface="Inter"/>
                          <a:cs typeface="Inter"/>
                          <a:sym typeface="Inter"/>
                        </a:rPr>
                        <a:t>xác</a:t>
                      </a:r>
                      <a:r>
                        <a:rPr lang="en-US" sz="1400" b="0" i="0" u="none" strike="noStrike" cap="none" dirty="0">
                          <a:solidFill>
                            <a:schemeClr val="tx1"/>
                          </a:solidFill>
                          <a:latin typeface="+mj-lt"/>
                          <a:ea typeface="Inter"/>
                          <a:cs typeface="Inter"/>
                          <a:sym typeface="Inter"/>
                        </a:rPr>
                        <a:t> </a:t>
                      </a:r>
                      <a:r>
                        <a:rPr lang="en-US" sz="1400" b="0" i="0" u="none" strike="noStrike" cap="none" dirty="0" err="1">
                          <a:solidFill>
                            <a:schemeClr val="tx1"/>
                          </a:solidFill>
                          <a:latin typeface="+mj-lt"/>
                          <a:ea typeface="Inter"/>
                          <a:cs typeface="Inter"/>
                          <a:sym typeface="Inter"/>
                        </a:rPr>
                        <a:t>chỉ</a:t>
                      </a:r>
                      <a:r>
                        <a:rPr lang="en-US" sz="1400" b="0" i="0" u="none" strike="noStrike" cap="none" dirty="0">
                          <a:solidFill>
                            <a:schemeClr val="tx1"/>
                          </a:solidFill>
                          <a:latin typeface="+mj-lt"/>
                          <a:ea typeface="Inter"/>
                          <a:cs typeface="Inter"/>
                          <a:sym typeface="Inter"/>
                        </a:rPr>
                        <a:t> </a:t>
                      </a:r>
                      <a:r>
                        <a:rPr lang="en-US" sz="1400" b="0" i="0" u="none" strike="noStrike" cap="none" dirty="0" err="1">
                          <a:solidFill>
                            <a:schemeClr val="tx1"/>
                          </a:solidFill>
                          <a:latin typeface="+mj-lt"/>
                          <a:ea typeface="Inter"/>
                          <a:cs typeface="Inter"/>
                          <a:sym typeface="Inter"/>
                        </a:rPr>
                        <a:t>số</a:t>
                      </a:r>
                      <a:r>
                        <a:rPr lang="en-US" sz="1400" b="0" i="0" u="none" strike="noStrike" cap="none" dirty="0">
                          <a:solidFill>
                            <a:schemeClr val="tx1"/>
                          </a:solidFill>
                          <a:latin typeface="+mj-lt"/>
                          <a:ea typeface="Inter"/>
                          <a:cs typeface="Inter"/>
                          <a:sym typeface="Inter"/>
                        </a:rPr>
                        <a:t> </a:t>
                      </a:r>
                      <a:r>
                        <a:rPr lang="en-US" sz="1400" b="0" i="0" u="none" strike="noStrike" cap="none" dirty="0" err="1">
                          <a:solidFill>
                            <a:schemeClr val="tx1"/>
                          </a:solidFill>
                          <a:latin typeface="+mj-lt"/>
                          <a:ea typeface="Inter"/>
                          <a:cs typeface="Inter"/>
                          <a:sym typeface="Inter"/>
                        </a:rPr>
                        <a:t>trang</a:t>
                      </a:r>
                      <a:endParaRPr sz="1400" dirty="0">
                        <a:solidFill>
                          <a:schemeClr val="tx1"/>
                        </a:solidFill>
                        <a:latin typeface="+mj-lt"/>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spcBef>
                          <a:spcPts val="0"/>
                        </a:spcBef>
                        <a:spcAft>
                          <a:spcPts val="0"/>
                        </a:spcAft>
                        <a:buNone/>
                      </a:pPr>
                      <a:r>
                        <a:rPr lang="en-US" sz="1400" b="0" i="0" u="none" strike="noStrike" cap="none" dirty="0">
                          <a:solidFill>
                            <a:srgbClr val="10B981"/>
                          </a:solidFill>
                          <a:latin typeface="+mj-lt"/>
                          <a:ea typeface="Inter SemiBold"/>
                          <a:cs typeface="Inter SemiBold"/>
                          <a:sym typeface="Inter SemiBold"/>
                        </a:rPr>
                        <a:t>PASS</a:t>
                      </a:r>
                      <a:endParaRPr sz="1400" dirty="0">
                        <a:latin typeface="+mj-lt"/>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96275">
                <a:tc>
                  <a:txBody>
                    <a:bodyPr/>
                    <a:lstStyle/>
                    <a:p>
                      <a:pPr marL="0" marR="0" lvl="0" indent="0" algn="l" rtl="0">
                        <a:spcBef>
                          <a:spcPts val="0"/>
                        </a:spcBef>
                        <a:spcAft>
                          <a:spcPts val="0"/>
                        </a:spcAft>
                        <a:buNone/>
                      </a:pPr>
                      <a:r>
                        <a:rPr lang="en-US" sz="1400" b="1" i="0" u="none" strike="noStrike" cap="none">
                          <a:solidFill>
                            <a:schemeClr val="tx1"/>
                          </a:solidFill>
                          <a:latin typeface="+mj-lt"/>
                          <a:ea typeface="Inter"/>
                          <a:cs typeface="Inter"/>
                          <a:sym typeface="Inter"/>
                        </a:rPr>
                        <a:t>Trợ lý AI (Chatbot)</a:t>
                      </a:r>
                      <a:endParaRPr sz="1400">
                        <a:solidFill>
                          <a:schemeClr val="tx1"/>
                        </a:solidFill>
                        <a:latin typeface="+mj-lt"/>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spcBef>
                          <a:spcPts val="0"/>
                        </a:spcBef>
                        <a:spcAft>
                          <a:spcPts val="0"/>
                        </a:spcAft>
                        <a:buNone/>
                      </a:pPr>
                      <a:r>
                        <a:rPr lang="en-US" sz="1400" b="0" i="0" u="none" strike="noStrike" cap="none">
                          <a:solidFill>
                            <a:schemeClr val="tx1"/>
                          </a:solidFill>
                          <a:latin typeface="+mj-lt"/>
                          <a:ea typeface="Inter"/>
                          <a:cs typeface="Inter"/>
                          <a:sym typeface="Inter"/>
                        </a:rPr>
                        <a:t>Giao tiếp, truy vấn thông tin ASIC Lab cục bộ (RAG)</a:t>
                      </a:r>
                      <a:endParaRPr sz="1400">
                        <a:solidFill>
                          <a:schemeClr val="tx1"/>
                        </a:solidFill>
                        <a:latin typeface="+mj-lt"/>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spcBef>
                          <a:spcPts val="0"/>
                        </a:spcBef>
                        <a:spcAft>
                          <a:spcPts val="0"/>
                        </a:spcAft>
                        <a:buNone/>
                      </a:pPr>
                      <a:r>
                        <a:rPr lang="en-US" sz="1400" b="0" i="0" u="none" strike="noStrike" cap="none" dirty="0" err="1">
                          <a:solidFill>
                            <a:schemeClr val="tx1"/>
                          </a:solidFill>
                          <a:latin typeface="+mj-lt"/>
                          <a:ea typeface="Inter"/>
                          <a:cs typeface="Inter"/>
                          <a:sym typeface="Inter"/>
                        </a:rPr>
                        <a:t>Xử</a:t>
                      </a:r>
                      <a:r>
                        <a:rPr lang="en-US" sz="1400" b="0" i="0" u="none" strike="noStrike" cap="none" dirty="0">
                          <a:solidFill>
                            <a:schemeClr val="tx1"/>
                          </a:solidFill>
                          <a:latin typeface="+mj-lt"/>
                          <a:ea typeface="Inter"/>
                          <a:cs typeface="Inter"/>
                          <a:sym typeface="Inter"/>
                        </a:rPr>
                        <a:t> </a:t>
                      </a:r>
                      <a:r>
                        <a:rPr lang="en-US" sz="1400" b="0" i="0" u="none" strike="noStrike" cap="none" dirty="0" err="1">
                          <a:solidFill>
                            <a:schemeClr val="tx1"/>
                          </a:solidFill>
                          <a:latin typeface="+mj-lt"/>
                          <a:ea typeface="Inter"/>
                          <a:cs typeface="Inter"/>
                          <a:sym typeface="Inter"/>
                        </a:rPr>
                        <a:t>lý</a:t>
                      </a:r>
                      <a:r>
                        <a:rPr lang="en-US" sz="1400" b="0" i="0" u="none" strike="noStrike" cap="none" dirty="0">
                          <a:solidFill>
                            <a:schemeClr val="tx1"/>
                          </a:solidFill>
                          <a:latin typeface="+mj-lt"/>
                          <a:ea typeface="Inter"/>
                          <a:cs typeface="Inter"/>
                          <a:sym typeface="Inter"/>
                        </a:rPr>
                        <a:t> </a:t>
                      </a:r>
                      <a:r>
                        <a:rPr lang="en-US" sz="1400" b="0" i="0" u="none" strike="noStrike" cap="none" dirty="0" err="1">
                          <a:solidFill>
                            <a:schemeClr val="tx1"/>
                          </a:solidFill>
                          <a:latin typeface="+mj-lt"/>
                          <a:ea typeface="Inter"/>
                          <a:cs typeface="Inter"/>
                          <a:sym typeface="Inter"/>
                        </a:rPr>
                        <a:t>bất</a:t>
                      </a:r>
                      <a:r>
                        <a:rPr lang="en-US" sz="1400" b="0" i="0" u="none" strike="noStrike" cap="none" dirty="0">
                          <a:solidFill>
                            <a:schemeClr val="tx1"/>
                          </a:solidFill>
                          <a:latin typeface="+mj-lt"/>
                          <a:ea typeface="Inter"/>
                          <a:cs typeface="Inter"/>
                          <a:sym typeface="Inter"/>
                        </a:rPr>
                        <a:t> </a:t>
                      </a:r>
                      <a:r>
                        <a:rPr lang="en-US" sz="1400" b="0" i="0" u="none" strike="noStrike" cap="none" dirty="0" err="1">
                          <a:solidFill>
                            <a:schemeClr val="tx1"/>
                          </a:solidFill>
                          <a:latin typeface="+mj-lt"/>
                          <a:ea typeface="Inter"/>
                          <a:cs typeface="Inter"/>
                          <a:sym typeface="Inter"/>
                        </a:rPr>
                        <a:t>đồng</a:t>
                      </a:r>
                      <a:r>
                        <a:rPr lang="en-US" sz="1400" b="0" i="0" u="none" strike="noStrike" cap="none" dirty="0">
                          <a:solidFill>
                            <a:schemeClr val="tx1"/>
                          </a:solidFill>
                          <a:latin typeface="+mj-lt"/>
                          <a:ea typeface="Inter"/>
                          <a:cs typeface="Inter"/>
                          <a:sym typeface="Inter"/>
                        </a:rPr>
                        <a:t> </a:t>
                      </a:r>
                      <a:r>
                        <a:rPr lang="en-US" sz="1400" b="0" i="0" u="none" strike="noStrike" cap="none" dirty="0" err="1">
                          <a:solidFill>
                            <a:schemeClr val="tx1"/>
                          </a:solidFill>
                          <a:latin typeface="+mj-lt"/>
                          <a:ea typeface="Inter"/>
                          <a:cs typeface="Inter"/>
                          <a:sym typeface="Inter"/>
                        </a:rPr>
                        <a:t>bộ</a:t>
                      </a:r>
                      <a:r>
                        <a:rPr lang="en-US" sz="1400" b="0" i="0" u="none" strike="noStrike" cap="none" dirty="0">
                          <a:solidFill>
                            <a:schemeClr val="tx1"/>
                          </a:solidFill>
                          <a:latin typeface="+mj-lt"/>
                          <a:ea typeface="Inter"/>
                          <a:cs typeface="Inter"/>
                          <a:sym typeface="Inter"/>
                        </a:rPr>
                        <a:t>, </a:t>
                      </a:r>
                      <a:r>
                        <a:rPr lang="en-US" sz="1400" b="0" i="0" u="none" strike="noStrike" cap="none" dirty="0" err="1">
                          <a:solidFill>
                            <a:schemeClr val="tx1"/>
                          </a:solidFill>
                          <a:latin typeface="+mj-lt"/>
                          <a:ea typeface="Inter"/>
                          <a:cs typeface="Inter"/>
                          <a:sym typeface="Inter"/>
                        </a:rPr>
                        <a:t>phản</a:t>
                      </a:r>
                      <a:r>
                        <a:rPr lang="en-US" sz="1400" b="0" i="0" u="none" strike="noStrike" cap="none" dirty="0">
                          <a:solidFill>
                            <a:schemeClr val="tx1"/>
                          </a:solidFill>
                          <a:latin typeface="+mj-lt"/>
                          <a:ea typeface="Inter"/>
                          <a:cs typeface="Inter"/>
                          <a:sym typeface="Inter"/>
                        </a:rPr>
                        <a:t> </a:t>
                      </a:r>
                      <a:r>
                        <a:rPr lang="en-US" sz="1400" b="0" i="0" u="none" strike="noStrike" cap="none" dirty="0" err="1">
                          <a:solidFill>
                            <a:schemeClr val="tx1"/>
                          </a:solidFill>
                          <a:latin typeface="+mj-lt"/>
                          <a:ea typeface="Inter"/>
                          <a:cs typeface="Inter"/>
                          <a:sym typeface="Inter"/>
                        </a:rPr>
                        <a:t>hồi</a:t>
                      </a:r>
                      <a:r>
                        <a:rPr lang="en-US" sz="1400" b="0" i="0" u="none" strike="noStrike" cap="none" dirty="0">
                          <a:solidFill>
                            <a:schemeClr val="tx1"/>
                          </a:solidFill>
                          <a:latin typeface="+mj-lt"/>
                          <a:ea typeface="Inter"/>
                          <a:cs typeface="Inter"/>
                          <a:sym typeface="Inter"/>
                        </a:rPr>
                        <a:t> </a:t>
                      </a:r>
                      <a:r>
                        <a:rPr lang="en-US" sz="1400" b="0" i="0" u="none" strike="noStrike" cap="none" dirty="0" err="1">
                          <a:solidFill>
                            <a:schemeClr val="tx1"/>
                          </a:solidFill>
                          <a:latin typeface="+mj-lt"/>
                          <a:ea typeface="Inter"/>
                          <a:cs typeface="Inter"/>
                          <a:sym typeface="Inter"/>
                        </a:rPr>
                        <a:t>dạng</a:t>
                      </a:r>
                      <a:r>
                        <a:rPr lang="en-US" sz="1400" b="0" i="0" u="none" strike="noStrike" cap="none" dirty="0">
                          <a:solidFill>
                            <a:schemeClr val="tx1"/>
                          </a:solidFill>
                          <a:latin typeface="+mj-lt"/>
                          <a:ea typeface="Inter"/>
                          <a:cs typeface="Inter"/>
                          <a:sym typeface="Inter"/>
                        </a:rPr>
                        <a:t> streaming </a:t>
                      </a:r>
                      <a:r>
                        <a:rPr lang="en-US" sz="1400" b="0" i="0" u="none" strike="noStrike" cap="none" dirty="0" err="1">
                          <a:solidFill>
                            <a:schemeClr val="tx1"/>
                          </a:solidFill>
                          <a:latin typeface="+mj-lt"/>
                          <a:ea typeface="Inter"/>
                          <a:cs typeface="Inter"/>
                          <a:sym typeface="Inter"/>
                        </a:rPr>
                        <a:t>tốc</a:t>
                      </a:r>
                      <a:r>
                        <a:rPr lang="en-US" sz="1400" b="0" i="0" u="none" strike="noStrike" cap="none" dirty="0">
                          <a:solidFill>
                            <a:schemeClr val="tx1"/>
                          </a:solidFill>
                          <a:latin typeface="+mj-lt"/>
                          <a:ea typeface="Inter"/>
                          <a:cs typeface="Inter"/>
                          <a:sym typeface="Inter"/>
                        </a:rPr>
                        <a:t> </a:t>
                      </a:r>
                      <a:r>
                        <a:rPr lang="en-US" sz="1400" b="0" i="0" u="none" strike="noStrike" cap="none" dirty="0" err="1">
                          <a:solidFill>
                            <a:schemeClr val="tx1"/>
                          </a:solidFill>
                          <a:latin typeface="+mj-lt"/>
                          <a:ea typeface="Inter"/>
                          <a:cs typeface="Inter"/>
                          <a:sym typeface="Inter"/>
                        </a:rPr>
                        <a:t>độ</a:t>
                      </a:r>
                      <a:r>
                        <a:rPr lang="en-US" sz="1400" b="0" i="0" u="none" strike="noStrike" cap="none" dirty="0">
                          <a:solidFill>
                            <a:schemeClr val="tx1"/>
                          </a:solidFill>
                          <a:latin typeface="+mj-lt"/>
                          <a:ea typeface="Inter"/>
                          <a:cs typeface="Inter"/>
                          <a:sym typeface="Inter"/>
                        </a:rPr>
                        <a:t> </a:t>
                      </a:r>
                      <a:r>
                        <a:rPr lang="en-US" sz="1400" b="0" i="0" u="none" strike="noStrike" cap="none" dirty="0" err="1">
                          <a:solidFill>
                            <a:schemeClr val="tx1"/>
                          </a:solidFill>
                          <a:latin typeface="+mj-lt"/>
                          <a:ea typeface="Inter"/>
                          <a:cs typeface="Inter"/>
                          <a:sym typeface="Inter"/>
                        </a:rPr>
                        <a:t>cao</a:t>
                      </a:r>
                      <a:endParaRPr sz="1400" dirty="0">
                        <a:solidFill>
                          <a:schemeClr val="tx1"/>
                        </a:solidFill>
                        <a:latin typeface="+mj-lt"/>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spcBef>
                          <a:spcPts val="0"/>
                        </a:spcBef>
                        <a:spcAft>
                          <a:spcPts val="0"/>
                        </a:spcAft>
                        <a:buNone/>
                      </a:pPr>
                      <a:r>
                        <a:rPr lang="en-US" sz="1400" b="0" i="0" u="none" strike="noStrike" cap="none" dirty="0">
                          <a:solidFill>
                            <a:srgbClr val="F59E0B"/>
                          </a:solidFill>
                          <a:latin typeface="+mj-lt"/>
                          <a:ea typeface="Inter SemiBold"/>
                          <a:cs typeface="Inter SemiBold"/>
                          <a:sym typeface="Inter SemiBold"/>
                        </a:rPr>
                        <a:t>80.9% (ĐẠT)</a:t>
                      </a:r>
                      <a:endParaRPr sz="1400" dirty="0">
                        <a:latin typeface="+mj-lt"/>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1" name="TextBox 10">
            <a:extLst>
              <a:ext uri="{FF2B5EF4-FFF2-40B4-BE49-F238E27FC236}">
                <a16:creationId xmlns:a16="http://schemas.microsoft.com/office/drawing/2014/main" id="{A1E24F47-FF82-B895-A2E0-D51F24C7397A}"/>
              </a:ext>
            </a:extLst>
          </p:cNvPr>
          <p:cNvSpPr txBox="1"/>
          <p:nvPr/>
        </p:nvSpPr>
        <p:spPr>
          <a:xfrm>
            <a:off x="606000" y="2036387"/>
            <a:ext cx="11004975" cy="414409"/>
          </a:xfrm>
          <a:prstGeom prst="rect">
            <a:avLst/>
          </a:prstGeom>
          <a:noFill/>
        </p:spPr>
        <p:txBody>
          <a:bodyPr wrap="square">
            <a:spAutoFit/>
          </a:bodyPr>
          <a:lstStyle/>
          <a:p>
            <a:pPr marL="0" marR="0" lvl="0" indent="0" algn="l" rtl="0">
              <a:lnSpc>
                <a:spcPct val="160000"/>
              </a:lnSpc>
              <a:spcBef>
                <a:spcPts val="0"/>
              </a:spcBef>
              <a:spcAft>
                <a:spcPts val="0"/>
              </a:spcAft>
              <a:buNone/>
            </a:pPr>
            <a:r>
              <a:rPr lang="vi-VN" sz="1500" b="0" i="0" u="none" strike="noStrike" cap="none" dirty="0">
                <a:latin typeface="+mj-lt"/>
                <a:ea typeface="Inter"/>
                <a:cs typeface="Inter"/>
                <a:sym typeface="Inter"/>
              </a:rPr>
              <a:t>Hệ thống đã được kiểm thử </a:t>
            </a:r>
            <a:r>
              <a:rPr lang="en-US" sz="1500" dirty="0" err="1">
                <a:latin typeface="+mj-lt"/>
                <a:ea typeface="Inter"/>
                <a:cs typeface="Inter"/>
                <a:sym typeface="Inter"/>
              </a:rPr>
              <a:t>và</a:t>
            </a:r>
            <a:r>
              <a:rPr lang="en-US" sz="1500" b="0" i="0" u="none" strike="noStrike" cap="none" dirty="0">
                <a:latin typeface="+mj-lt"/>
                <a:ea typeface="Inter"/>
                <a:cs typeface="Inter"/>
                <a:sym typeface="Inter"/>
              </a:rPr>
              <a:t> </a:t>
            </a:r>
            <a:r>
              <a:rPr lang="vi-VN" sz="1500" b="0" i="0" u="none" strike="noStrike" cap="none" dirty="0">
                <a:latin typeface="+mj-lt"/>
                <a:ea typeface="Inter"/>
                <a:cs typeface="Inter"/>
                <a:sym typeface="Inter"/>
              </a:rPr>
              <a:t>vận hành thực tế trên phần cứng nhúng </a:t>
            </a:r>
            <a:r>
              <a:rPr lang="vi-VN" sz="1500" b="1" i="0" u="none" strike="noStrike" cap="none" dirty="0">
                <a:latin typeface="+mj-lt"/>
                <a:ea typeface="Inter"/>
                <a:cs typeface="Inter"/>
                <a:sym typeface="Inter"/>
              </a:rPr>
              <a:t>Jetson Xavier</a:t>
            </a:r>
            <a:r>
              <a:rPr lang="vi-VN" sz="1500" b="0" i="0" u="none" strike="noStrike" cap="none" dirty="0">
                <a:latin typeface="+mj-lt"/>
                <a:ea typeface="Inter"/>
                <a:cs typeface="Inter"/>
                <a:sym typeface="Inter"/>
              </a:rPr>
              <a:t>.</a:t>
            </a:r>
            <a:endParaRPr lang="vi-VN" sz="1500" dirty="0">
              <a:latin typeface="+mj-lt"/>
            </a:endParaRPr>
          </a:p>
        </p:txBody>
      </p:sp>
    </p:spTree>
    <p:extLst>
      <p:ext uri="{BB962C8B-B14F-4D97-AF65-F5344CB8AC3E}">
        <p14:creationId xmlns:p14="http://schemas.microsoft.com/office/powerpoint/2010/main" val="32717212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DF266DD-010D-C751-81B4-EE20FA6ACD2D}"/>
              </a:ext>
            </a:extLst>
          </p:cNvPr>
          <p:cNvSpPr>
            <a:spLocks noGrp="1"/>
          </p:cNvSpPr>
          <p:nvPr>
            <p:ph type="ftr" sz="quarter" idx="11"/>
          </p:nvPr>
        </p:nvSpPr>
        <p:spPr/>
        <p:txBody>
          <a:bodyPr/>
          <a:lstStyle/>
          <a:p>
            <a:r>
              <a:rPr lang="en-US"/>
              <a:t>Copyrights 2024 CE-UIT. All Rights Reserved.</a:t>
            </a:r>
            <a:endParaRPr lang="en-US" dirty="0"/>
          </a:p>
        </p:txBody>
      </p:sp>
      <p:sp>
        <p:nvSpPr>
          <p:cNvPr id="3" name="Slide Number Placeholder 2">
            <a:extLst>
              <a:ext uri="{FF2B5EF4-FFF2-40B4-BE49-F238E27FC236}">
                <a16:creationId xmlns:a16="http://schemas.microsoft.com/office/drawing/2014/main" id="{A755DFA0-77CF-682B-DB0F-3CA5F3D4E2D6}"/>
              </a:ext>
            </a:extLst>
          </p:cNvPr>
          <p:cNvSpPr>
            <a:spLocks noGrp="1"/>
          </p:cNvSpPr>
          <p:nvPr>
            <p:ph type="sldNum" sz="quarter" idx="12"/>
          </p:nvPr>
        </p:nvSpPr>
        <p:spPr/>
        <p:txBody>
          <a:bodyPr/>
          <a:lstStyle/>
          <a:p>
            <a:fld id="{48F63A3B-78C7-47BE-AE5E-E10140E04643}" type="slidenum">
              <a:rPr lang="en-US" smtClean="0"/>
              <a:pPr/>
              <a:t>14</a:t>
            </a:fld>
            <a:endParaRPr lang="en-US" dirty="0"/>
          </a:p>
        </p:txBody>
      </p:sp>
      <p:sp>
        <p:nvSpPr>
          <p:cNvPr id="4" name="Title 3">
            <a:extLst>
              <a:ext uri="{FF2B5EF4-FFF2-40B4-BE49-F238E27FC236}">
                <a16:creationId xmlns:a16="http://schemas.microsoft.com/office/drawing/2014/main" id="{24F102CA-5304-CD28-FA99-0E2872F9AC36}"/>
              </a:ext>
            </a:extLst>
          </p:cNvPr>
          <p:cNvSpPr>
            <a:spLocks noGrp="1"/>
          </p:cNvSpPr>
          <p:nvPr>
            <p:ph type="title"/>
          </p:nvPr>
        </p:nvSpPr>
        <p:spPr/>
        <p:txBody>
          <a:bodyPr>
            <a:normAutofit/>
          </a:bodyPr>
          <a:lstStyle/>
          <a:p>
            <a:r>
              <a:rPr lang="en-US" dirty="0"/>
              <a:t>TỔNG KẾT</a:t>
            </a:r>
            <a:endParaRPr lang="en-VN" dirty="0"/>
          </a:p>
        </p:txBody>
      </p:sp>
      <p:sp>
        <p:nvSpPr>
          <p:cNvPr id="5" name="Text Placeholder 4">
            <a:extLst>
              <a:ext uri="{FF2B5EF4-FFF2-40B4-BE49-F238E27FC236}">
                <a16:creationId xmlns:a16="http://schemas.microsoft.com/office/drawing/2014/main" id="{565E2CB9-B8D2-5359-3AF8-5D750D3658A9}"/>
              </a:ext>
            </a:extLst>
          </p:cNvPr>
          <p:cNvSpPr>
            <a:spLocks noGrp="1"/>
          </p:cNvSpPr>
          <p:nvPr>
            <p:ph type="body" idx="1"/>
          </p:nvPr>
        </p:nvSpPr>
        <p:spPr/>
        <p:txBody>
          <a:bodyPr/>
          <a:lstStyle/>
          <a:p>
            <a:endParaRPr lang="en-VN"/>
          </a:p>
        </p:txBody>
      </p:sp>
      <p:sp>
        <p:nvSpPr>
          <p:cNvPr id="6" name="Content Placeholder 5">
            <a:extLst>
              <a:ext uri="{FF2B5EF4-FFF2-40B4-BE49-F238E27FC236}">
                <a16:creationId xmlns:a16="http://schemas.microsoft.com/office/drawing/2014/main" id="{BD6FA1F8-B18B-434A-A4DB-69E8492E2C5D}"/>
              </a:ext>
            </a:extLst>
          </p:cNvPr>
          <p:cNvSpPr>
            <a:spLocks noGrp="1"/>
          </p:cNvSpPr>
          <p:nvPr>
            <p:ph sz="quarter" idx="13"/>
          </p:nvPr>
        </p:nvSpPr>
        <p:spPr/>
        <p:txBody>
          <a:bodyPr/>
          <a:lstStyle/>
          <a:p>
            <a:r>
              <a:rPr lang="en-VN" dirty="0"/>
              <a:t>04</a:t>
            </a:r>
          </a:p>
        </p:txBody>
      </p:sp>
    </p:spTree>
    <p:extLst>
      <p:ext uri="{BB962C8B-B14F-4D97-AF65-F5344CB8AC3E}">
        <p14:creationId xmlns:p14="http://schemas.microsoft.com/office/powerpoint/2010/main" val="23333826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2498E-1F7D-011C-9558-CECFE1B85EF7}"/>
              </a:ext>
            </a:extLst>
          </p:cNvPr>
          <p:cNvSpPr>
            <a:spLocks noGrp="1"/>
          </p:cNvSpPr>
          <p:nvPr>
            <p:ph type="title"/>
          </p:nvPr>
        </p:nvSpPr>
        <p:spPr/>
        <p:txBody>
          <a:bodyPr/>
          <a:lstStyle/>
          <a:p>
            <a:r>
              <a:rPr lang="en-VN" dirty="0"/>
              <a:t>4.</a:t>
            </a:r>
            <a:r>
              <a:rPr lang="en-US" dirty="0"/>
              <a:t>1</a:t>
            </a:r>
            <a:r>
              <a:rPr lang="en-VN" dirty="0"/>
              <a:t> Kết luận và</a:t>
            </a:r>
            <a:r>
              <a:rPr lang="en-US" dirty="0"/>
              <a:t> </a:t>
            </a:r>
            <a:r>
              <a:rPr lang="en-US" dirty="0" err="1"/>
              <a:t>hạn</a:t>
            </a:r>
            <a:r>
              <a:rPr lang="en-US" dirty="0"/>
              <a:t> </a:t>
            </a:r>
            <a:r>
              <a:rPr lang="en-US" dirty="0" err="1"/>
              <a:t>chế</a:t>
            </a:r>
            <a:r>
              <a:rPr lang="en-US" dirty="0"/>
              <a:t> </a:t>
            </a:r>
            <a:r>
              <a:rPr lang="en-US" dirty="0" err="1"/>
              <a:t>của</a:t>
            </a:r>
            <a:r>
              <a:rPr lang="en-US" dirty="0"/>
              <a:t> </a:t>
            </a:r>
            <a:r>
              <a:rPr lang="en-US" dirty="0" err="1"/>
              <a:t>đề</a:t>
            </a:r>
            <a:r>
              <a:rPr lang="en-US" dirty="0"/>
              <a:t> </a:t>
            </a:r>
            <a:r>
              <a:rPr lang="en-US" dirty="0" err="1"/>
              <a:t>tài</a:t>
            </a:r>
            <a:endParaRPr lang="en-VN" dirty="0"/>
          </a:p>
        </p:txBody>
      </p:sp>
      <p:sp>
        <p:nvSpPr>
          <p:cNvPr id="4" name="Footer Placeholder 3">
            <a:extLst>
              <a:ext uri="{FF2B5EF4-FFF2-40B4-BE49-F238E27FC236}">
                <a16:creationId xmlns:a16="http://schemas.microsoft.com/office/drawing/2014/main" id="{06DED0AC-6218-4B5C-CCD6-9F2FD078CB09}"/>
              </a:ext>
            </a:extLst>
          </p:cNvPr>
          <p:cNvSpPr>
            <a:spLocks noGrp="1"/>
          </p:cNvSpPr>
          <p:nvPr>
            <p:ph type="ftr" sz="quarter" idx="11"/>
          </p:nvPr>
        </p:nvSpPr>
        <p:spPr/>
        <p:txBody>
          <a:bodyPr/>
          <a:lstStyle/>
          <a:p>
            <a:r>
              <a:rPr lang="en-US"/>
              <a:t>Copyrights 2024 CE-UIT. All Rights Reserved.</a:t>
            </a:r>
            <a:endParaRPr lang="en-US" dirty="0"/>
          </a:p>
        </p:txBody>
      </p:sp>
      <p:sp>
        <p:nvSpPr>
          <p:cNvPr id="5" name="Slide Number Placeholder 4">
            <a:extLst>
              <a:ext uri="{FF2B5EF4-FFF2-40B4-BE49-F238E27FC236}">
                <a16:creationId xmlns:a16="http://schemas.microsoft.com/office/drawing/2014/main" id="{306C5F9B-6BD1-EB73-CE7B-C14AF3C9D635}"/>
              </a:ext>
            </a:extLst>
          </p:cNvPr>
          <p:cNvSpPr>
            <a:spLocks noGrp="1"/>
          </p:cNvSpPr>
          <p:nvPr>
            <p:ph type="sldNum" sz="quarter" idx="12"/>
          </p:nvPr>
        </p:nvSpPr>
        <p:spPr/>
        <p:txBody>
          <a:bodyPr/>
          <a:lstStyle/>
          <a:p>
            <a:fld id="{48F63A3B-78C7-47BE-AE5E-E10140E04643}" type="slidenum">
              <a:rPr lang="en-US" smtClean="0"/>
              <a:pPr/>
              <a:t>15</a:t>
            </a:fld>
            <a:endParaRPr lang="en-US" dirty="0"/>
          </a:p>
        </p:txBody>
      </p:sp>
      <p:sp>
        <p:nvSpPr>
          <p:cNvPr id="9" name="Google Shape;158;p16">
            <a:extLst>
              <a:ext uri="{FF2B5EF4-FFF2-40B4-BE49-F238E27FC236}">
                <a16:creationId xmlns:a16="http://schemas.microsoft.com/office/drawing/2014/main" id="{C3711D5E-9FC3-B9F8-2A31-FBC79F3828DB}"/>
              </a:ext>
            </a:extLst>
          </p:cNvPr>
          <p:cNvSpPr txBox="1"/>
          <p:nvPr/>
        </p:nvSpPr>
        <p:spPr>
          <a:xfrm>
            <a:off x="649320" y="2716038"/>
            <a:ext cx="5429995" cy="307777"/>
          </a:xfrm>
          <a:prstGeom prst="rect">
            <a:avLst/>
          </a:prstGeom>
          <a:noFill/>
          <a:ln>
            <a:noFill/>
          </a:ln>
        </p:spPr>
        <p:txBody>
          <a:bodyPr spcFirstLastPara="1" wrap="square" lIns="0" tIns="0" rIns="0" bIns="0" anchor="t" anchorCtr="0">
            <a:spAutoFit/>
          </a:bodyPr>
          <a:lstStyle/>
          <a:p>
            <a:pPr lvl="0"/>
            <a:r>
              <a:rPr lang="en-US" sz="2000" b="1" dirty="0" err="1">
                <a:solidFill>
                  <a:srgbClr val="10B981"/>
                </a:solidFill>
                <a:latin typeface="+mj-lt"/>
                <a:ea typeface="Poppins SemiBold"/>
                <a:cs typeface="Poppins SemiBold"/>
                <a:sym typeface="Poppins SemiBold"/>
              </a:rPr>
              <a:t>Kết</a:t>
            </a:r>
            <a:r>
              <a:rPr lang="en-US" sz="2000" b="1" dirty="0">
                <a:solidFill>
                  <a:srgbClr val="10B981"/>
                </a:solidFill>
                <a:latin typeface="+mj-lt"/>
                <a:ea typeface="Poppins SemiBold"/>
                <a:cs typeface="Poppins SemiBold"/>
                <a:sym typeface="Poppins SemiBold"/>
              </a:rPr>
              <a:t> </a:t>
            </a:r>
            <a:r>
              <a:rPr lang="en-US" sz="2000" b="1" dirty="0" err="1">
                <a:solidFill>
                  <a:srgbClr val="10B981"/>
                </a:solidFill>
                <a:latin typeface="+mj-lt"/>
                <a:ea typeface="Poppins SemiBold"/>
                <a:cs typeface="Poppins SemiBold"/>
                <a:sym typeface="Poppins SemiBold"/>
              </a:rPr>
              <a:t>quả</a:t>
            </a:r>
            <a:r>
              <a:rPr lang="en-US" sz="2000" b="1" dirty="0">
                <a:solidFill>
                  <a:srgbClr val="10B981"/>
                </a:solidFill>
                <a:latin typeface="+mj-lt"/>
                <a:ea typeface="Poppins SemiBold"/>
                <a:cs typeface="Poppins SemiBold"/>
                <a:sym typeface="Poppins SemiBold"/>
              </a:rPr>
              <a:t> </a:t>
            </a:r>
            <a:r>
              <a:rPr lang="en-US" sz="2000" b="1" dirty="0" err="1">
                <a:solidFill>
                  <a:srgbClr val="10B981"/>
                </a:solidFill>
                <a:latin typeface="+mj-lt"/>
                <a:ea typeface="Poppins SemiBold"/>
                <a:cs typeface="Poppins SemiBold"/>
                <a:sym typeface="Poppins SemiBold"/>
              </a:rPr>
              <a:t>đạt</a:t>
            </a:r>
            <a:r>
              <a:rPr lang="en-US" sz="2000" b="1" dirty="0">
                <a:solidFill>
                  <a:srgbClr val="10B981"/>
                </a:solidFill>
                <a:latin typeface="+mj-lt"/>
                <a:ea typeface="Poppins SemiBold"/>
                <a:cs typeface="Poppins SemiBold"/>
                <a:sym typeface="Poppins SemiBold"/>
              </a:rPr>
              <a:t> </a:t>
            </a:r>
            <a:r>
              <a:rPr lang="en-US" sz="2000" b="1" dirty="0" err="1">
                <a:solidFill>
                  <a:srgbClr val="10B981"/>
                </a:solidFill>
                <a:latin typeface="+mj-lt"/>
                <a:ea typeface="Poppins SemiBold"/>
                <a:cs typeface="Poppins SemiBold"/>
                <a:sym typeface="Poppins SemiBold"/>
              </a:rPr>
              <a:t>được</a:t>
            </a:r>
            <a:endParaRPr sz="2000" b="1" dirty="0">
              <a:latin typeface="+mj-lt"/>
            </a:endParaRPr>
          </a:p>
        </p:txBody>
      </p:sp>
      <p:sp>
        <p:nvSpPr>
          <p:cNvPr id="11" name="TextBox 10">
            <a:extLst>
              <a:ext uri="{FF2B5EF4-FFF2-40B4-BE49-F238E27FC236}">
                <a16:creationId xmlns:a16="http://schemas.microsoft.com/office/drawing/2014/main" id="{3B620A47-3D2D-AF33-63E9-844A07DE7B00}"/>
              </a:ext>
            </a:extLst>
          </p:cNvPr>
          <p:cNvSpPr txBox="1"/>
          <p:nvPr/>
        </p:nvSpPr>
        <p:spPr>
          <a:xfrm>
            <a:off x="571499" y="3078547"/>
            <a:ext cx="5517597" cy="1477328"/>
          </a:xfrm>
          <a:prstGeom prst="rect">
            <a:avLst/>
          </a:prstGeom>
          <a:noFill/>
        </p:spPr>
        <p:txBody>
          <a:bodyPr wrap="square">
            <a:spAutoFit/>
          </a:bodyPr>
          <a:lstStyle/>
          <a:p>
            <a:pPr algn="just"/>
            <a:r>
              <a:rPr lang="en-US" sz="1500" b="1" dirty="0" err="1">
                <a:latin typeface="+mj-lt"/>
              </a:rPr>
              <a:t>Triển</a:t>
            </a:r>
            <a:r>
              <a:rPr lang="en-US" sz="1500" b="1" dirty="0">
                <a:latin typeface="+mj-lt"/>
              </a:rPr>
              <a:t> </a:t>
            </a:r>
            <a:r>
              <a:rPr lang="en-US" sz="1500" b="1" dirty="0" err="1">
                <a:latin typeface="+mj-lt"/>
              </a:rPr>
              <a:t>khai</a:t>
            </a:r>
            <a:r>
              <a:rPr lang="en-US" sz="1500" b="1" dirty="0">
                <a:latin typeface="+mj-lt"/>
              </a:rPr>
              <a:t> </a:t>
            </a:r>
            <a:r>
              <a:rPr lang="en-US" sz="1500" b="1" dirty="0" err="1">
                <a:latin typeface="+mj-lt"/>
              </a:rPr>
              <a:t>thành</a:t>
            </a:r>
            <a:r>
              <a:rPr lang="en-US" sz="1500" b="1" dirty="0">
                <a:latin typeface="+mj-lt"/>
              </a:rPr>
              <a:t> </a:t>
            </a:r>
            <a:r>
              <a:rPr lang="en-US" sz="1500" b="1" dirty="0" err="1">
                <a:latin typeface="+mj-lt"/>
              </a:rPr>
              <a:t>công</a:t>
            </a:r>
            <a:r>
              <a:rPr lang="en-US" sz="1500" b="1" dirty="0">
                <a:latin typeface="+mj-lt"/>
              </a:rPr>
              <a:t> </a:t>
            </a:r>
            <a:r>
              <a:rPr lang="en-US" sz="1500" b="1" dirty="0" err="1">
                <a:latin typeface="+mj-lt"/>
              </a:rPr>
              <a:t>trợ</a:t>
            </a:r>
            <a:r>
              <a:rPr lang="en-US" sz="1500" b="1" dirty="0">
                <a:latin typeface="+mj-lt"/>
              </a:rPr>
              <a:t> </a:t>
            </a:r>
            <a:r>
              <a:rPr lang="en-US" sz="1500" b="1" dirty="0" err="1">
                <a:latin typeface="+mj-lt"/>
              </a:rPr>
              <a:t>lý</a:t>
            </a:r>
            <a:r>
              <a:rPr lang="en-US" sz="1500" b="1" dirty="0">
                <a:latin typeface="+mj-lt"/>
              </a:rPr>
              <a:t> AI (chatbot)</a:t>
            </a:r>
            <a:r>
              <a:rPr lang="vi-VN" sz="1500" dirty="0">
                <a:latin typeface="+mj-lt"/>
              </a:rPr>
              <a:t>: Vận hành suy luận mô hình ngôn ngữ lớn cục bộ mượt mà, bảo mật tuyệt đối.</a:t>
            </a:r>
          </a:p>
          <a:p>
            <a:pPr algn="just"/>
            <a:r>
              <a:rPr lang="vi-VN" sz="1500" b="1" dirty="0">
                <a:latin typeface="+mj-lt"/>
              </a:rPr>
              <a:t>Kiến trúc chuẩn hóa chất lượng</a:t>
            </a:r>
            <a:r>
              <a:rPr lang="vi-VN" sz="1500" dirty="0">
                <a:latin typeface="+mj-lt"/>
              </a:rPr>
              <a:t>: Sử dụng MVVM phân tách rõ rệt Front-End và Back-End, triệt tiêu lỗi sụt khung hình giao diện.</a:t>
            </a:r>
          </a:p>
          <a:p>
            <a:pPr algn="just"/>
            <a:r>
              <a:rPr lang="vi-VN" sz="1500" b="1" dirty="0">
                <a:latin typeface="+mj-lt"/>
              </a:rPr>
              <a:t>Giải pháp tích hợp đồng bộ</a:t>
            </a:r>
            <a:r>
              <a:rPr lang="vi-VN" sz="1500" dirty="0">
                <a:latin typeface="+mj-lt"/>
              </a:rPr>
              <a:t>: Thiết kế thành công các module HMI tương tác hai chiều thời gian thực với lõi ROS 2.</a:t>
            </a:r>
          </a:p>
        </p:txBody>
      </p:sp>
      <p:sp>
        <p:nvSpPr>
          <p:cNvPr id="17" name="Google Shape;158;p16">
            <a:extLst>
              <a:ext uri="{FF2B5EF4-FFF2-40B4-BE49-F238E27FC236}">
                <a16:creationId xmlns:a16="http://schemas.microsoft.com/office/drawing/2014/main" id="{870C0A11-0CDD-B2E3-B03E-2D974E9E7A4C}"/>
              </a:ext>
            </a:extLst>
          </p:cNvPr>
          <p:cNvSpPr txBox="1"/>
          <p:nvPr/>
        </p:nvSpPr>
        <p:spPr>
          <a:xfrm>
            <a:off x="6336371" y="2716038"/>
            <a:ext cx="5429994" cy="307777"/>
          </a:xfrm>
          <a:prstGeom prst="rect">
            <a:avLst/>
          </a:prstGeom>
          <a:noFill/>
          <a:ln>
            <a:noFill/>
          </a:ln>
        </p:spPr>
        <p:txBody>
          <a:bodyPr spcFirstLastPara="1" wrap="square" lIns="0" tIns="0" rIns="0" bIns="0" anchor="t" anchorCtr="0">
            <a:spAutoFit/>
          </a:bodyPr>
          <a:lstStyle/>
          <a:p>
            <a:pPr lvl="0"/>
            <a:r>
              <a:rPr lang="en-US" sz="2000" b="1" dirty="0" err="1">
                <a:solidFill>
                  <a:srgbClr val="10B981"/>
                </a:solidFill>
                <a:latin typeface="+mj-lt"/>
                <a:ea typeface="Poppins SemiBold"/>
                <a:cs typeface="Poppins SemiBold"/>
                <a:sym typeface="Poppins SemiBold"/>
              </a:rPr>
              <a:t>Những</a:t>
            </a:r>
            <a:r>
              <a:rPr lang="en-US" sz="2000" b="1" dirty="0">
                <a:solidFill>
                  <a:srgbClr val="10B981"/>
                </a:solidFill>
                <a:latin typeface="+mj-lt"/>
                <a:ea typeface="Poppins SemiBold"/>
                <a:cs typeface="Poppins SemiBold"/>
                <a:sym typeface="Poppins SemiBold"/>
              </a:rPr>
              <a:t> </a:t>
            </a:r>
            <a:r>
              <a:rPr lang="en-US" sz="2000" b="1" dirty="0" err="1">
                <a:solidFill>
                  <a:srgbClr val="10B981"/>
                </a:solidFill>
                <a:latin typeface="+mj-lt"/>
                <a:ea typeface="Poppins SemiBold"/>
                <a:cs typeface="Poppins SemiBold"/>
                <a:sym typeface="Poppins SemiBold"/>
              </a:rPr>
              <a:t>hạn</a:t>
            </a:r>
            <a:r>
              <a:rPr lang="en-US" sz="2000" b="1" dirty="0">
                <a:solidFill>
                  <a:srgbClr val="10B981"/>
                </a:solidFill>
                <a:latin typeface="+mj-lt"/>
                <a:ea typeface="Poppins SemiBold"/>
                <a:cs typeface="Poppins SemiBold"/>
                <a:sym typeface="Poppins SemiBold"/>
              </a:rPr>
              <a:t> </a:t>
            </a:r>
            <a:r>
              <a:rPr lang="en-US" sz="2000" b="1" dirty="0" err="1">
                <a:solidFill>
                  <a:srgbClr val="10B981"/>
                </a:solidFill>
                <a:latin typeface="+mj-lt"/>
                <a:ea typeface="Poppins SemiBold"/>
                <a:cs typeface="Poppins SemiBold"/>
                <a:sym typeface="Poppins SemiBold"/>
              </a:rPr>
              <a:t>chế</a:t>
            </a:r>
            <a:r>
              <a:rPr lang="en-US" sz="2000" b="1" dirty="0">
                <a:solidFill>
                  <a:srgbClr val="10B981"/>
                </a:solidFill>
                <a:latin typeface="+mj-lt"/>
                <a:ea typeface="Poppins SemiBold"/>
                <a:cs typeface="Poppins SemiBold"/>
                <a:sym typeface="Poppins SemiBold"/>
              </a:rPr>
              <a:t> </a:t>
            </a:r>
            <a:r>
              <a:rPr lang="en-US" sz="2000" b="1" dirty="0" err="1">
                <a:solidFill>
                  <a:srgbClr val="10B981"/>
                </a:solidFill>
                <a:latin typeface="+mj-lt"/>
                <a:ea typeface="Poppins SemiBold"/>
                <a:cs typeface="Poppins SemiBold"/>
                <a:sym typeface="Poppins SemiBold"/>
              </a:rPr>
              <a:t>hiện</a:t>
            </a:r>
            <a:r>
              <a:rPr lang="en-US" sz="2000" b="1" dirty="0">
                <a:solidFill>
                  <a:srgbClr val="10B981"/>
                </a:solidFill>
                <a:latin typeface="+mj-lt"/>
                <a:ea typeface="Poppins SemiBold"/>
                <a:cs typeface="Poppins SemiBold"/>
                <a:sym typeface="Poppins SemiBold"/>
              </a:rPr>
              <a:t> </a:t>
            </a:r>
            <a:r>
              <a:rPr lang="en-US" sz="2000" b="1" dirty="0" err="1">
                <a:solidFill>
                  <a:srgbClr val="10B981"/>
                </a:solidFill>
                <a:latin typeface="+mj-lt"/>
                <a:ea typeface="Poppins SemiBold"/>
                <a:cs typeface="Poppins SemiBold"/>
                <a:sym typeface="Poppins SemiBold"/>
              </a:rPr>
              <a:t>tại</a:t>
            </a:r>
            <a:endParaRPr lang="vi-VN" sz="2000" b="1" dirty="0">
              <a:solidFill>
                <a:srgbClr val="10B981"/>
              </a:solidFill>
              <a:latin typeface="+mj-lt"/>
              <a:ea typeface="Poppins SemiBold"/>
              <a:cs typeface="Poppins SemiBold"/>
              <a:sym typeface="Poppins SemiBold"/>
            </a:endParaRPr>
          </a:p>
        </p:txBody>
      </p:sp>
      <p:sp>
        <p:nvSpPr>
          <p:cNvPr id="19" name="TextBox 18">
            <a:extLst>
              <a:ext uri="{FF2B5EF4-FFF2-40B4-BE49-F238E27FC236}">
                <a16:creationId xmlns:a16="http://schemas.microsoft.com/office/drawing/2014/main" id="{6512FEB8-36F8-210B-2265-AF9F5CF943DE}"/>
              </a:ext>
            </a:extLst>
          </p:cNvPr>
          <p:cNvSpPr txBox="1"/>
          <p:nvPr/>
        </p:nvSpPr>
        <p:spPr>
          <a:xfrm>
            <a:off x="6258549" y="3079450"/>
            <a:ext cx="5507816" cy="1708160"/>
          </a:xfrm>
          <a:prstGeom prst="rect">
            <a:avLst/>
          </a:prstGeom>
          <a:noFill/>
        </p:spPr>
        <p:txBody>
          <a:bodyPr wrap="square">
            <a:spAutoFit/>
          </a:bodyPr>
          <a:lstStyle/>
          <a:p>
            <a:pPr algn="just"/>
            <a:r>
              <a:rPr lang="vi-VN" sz="1500" b="1" dirty="0">
                <a:latin typeface="+mj-lt"/>
              </a:rPr>
              <a:t>Rào cản về PIN và năng lượng</a:t>
            </a:r>
            <a:r>
              <a:rPr lang="vi-VN" sz="1500" dirty="0">
                <a:latin typeface="+mj-lt"/>
              </a:rPr>
              <a:t>: Việc chạy đồng thời tác vụ định vị, dựng hình HMI và xử lý mô hình ngôn ngữ nặng gây tiêu tốn năng lượng pin rất nhanh.</a:t>
            </a:r>
          </a:p>
          <a:p>
            <a:pPr algn="just"/>
            <a:r>
              <a:rPr lang="vi-VN" sz="1500" b="1" dirty="0">
                <a:latin typeface="+mj-lt"/>
              </a:rPr>
              <a:t>Giới hạn phần cứng</a:t>
            </a:r>
            <a:r>
              <a:rPr lang="vi-VN" sz="1500" dirty="0">
                <a:latin typeface="+mj-lt"/>
              </a:rPr>
              <a:t>: Phần cứng Jetson Xavier phải tự động hạ xung điều tiết nhiệt năng khi chịu áp lực tải cực đại (Stress-test).</a:t>
            </a:r>
          </a:p>
          <a:p>
            <a:pPr algn="just"/>
            <a:r>
              <a:rPr lang="vi-VN" sz="1500" b="1" dirty="0">
                <a:latin typeface="+mj-lt"/>
              </a:rPr>
              <a:t>Chưa giám sát từ xa</a:t>
            </a:r>
            <a:r>
              <a:rPr lang="vi-VN" sz="1500" dirty="0">
                <a:latin typeface="+mj-lt"/>
              </a:rPr>
              <a:t>: Việc điều khiển và chẩn đoán phần lớn vẫn phải thao tác trực tiếp trên robo</a:t>
            </a:r>
            <a:r>
              <a:rPr lang="en-US" sz="1500" dirty="0">
                <a:latin typeface="+mj-lt"/>
              </a:rPr>
              <a:t>t</a:t>
            </a:r>
            <a:r>
              <a:rPr lang="vi-VN" sz="1500" dirty="0">
                <a:latin typeface="+mj-lt"/>
              </a:rPr>
              <a:t>.</a:t>
            </a:r>
          </a:p>
        </p:txBody>
      </p:sp>
    </p:spTree>
    <p:extLst>
      <p:ext uri="{BB962C8B-B14F-4D97-AF65-F5344CB8AC3E}">
        <p14:creationId xmlns:p14="http://schemas.microsoft.com/office/powerpoint/2010/main" val="14870503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DD4DB-2DD1-E44A-A489-83C596156F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0F9483-C2B3-72BC-6BE9-4BEA336B477B}"/>
              </a:ext>
            </a:extLst>
          </p:cNvPr>
          <p:cNvSpPr>
            <a:spLocks noGrp="1"/>
          </p:cNvSpPr>
          <p:nvPr>
            <p:ph type="title"/>
          </p:nvPr>
        </p:nvSpPr>
        <p:spPr/>
        <p:txBody>
          <a:bodyPr/>
          <a:lstStyle/>
          <a:p>
            <a:r>
              <a:rPr lang="en-VN" dirty="0"/>
              <a:t>4.</a:t>
            </a:r>
            <a:r>
              <a:rPr lang="en-US" dirty="0"/>
              <a:t>2</a:t>
            </a:r>
            <a:r>
              <a:rPr lang="en-VN" dirty="0"/>
              <a:t> </a:t>
            </a:r>
            <a:r>
              <a:rPr lang="en-US" dirty="0" err="1"/>
              <a:t>Hướng</a:t>
            </a:r>
            <a:r>
              <a:rPr lang="en-US" dirty="0"/>
              <a:t> </a:t>
            </a:r>
            <a:r>
              <a:rPr lang="en-US" dirty="0" err="1"/>
              <a:t>phát</a:t>
            </a:r>
            <a:r>
              <a:rPr lang="en-US" dirty="0"/>
              <a:t> </a:t>
            </a:r>
            <a:r>
              <a:rPr lang="en-US" dirty="0" err="1"/>
              <a:t>triển</a:t>
            </a:r>
            <a:endParaRPr lang="en-VN" dirty="0"/>
          </a:p>
        </p:txBody>
      </p:sp>
      <p:sp>
        <p:nvSpPr>
          <p:cNvPr id="4" name="Footer Placeholder 3">
            <a:extLst>
              <a:ext uri="{FF2B5EF4-FFF2-40B4-BE49-F238E27FC236}">
                <a16:creationId xmlns:a16="http://schemas.microsoft.com/office/drawing/2014/main" id="{4DCC23CA-E95C-3BCD-F785-A0AD153143B4}"/>
              </a:ext>
            </a:extLst>
          </p:cNvPr>
          <p:cNvSpPr>
            <a:spLocks noGrp="1"/>
          </p:cNvSpPr>
          <p:nvPr>
            <p:ph type="ftr" sz="quarter" idx="11"/>
          </p:nvPr>
        </p:nvSpPr>
        <p:spPr/>
        <p:txBody>
          <a:bodyPr/>
          <a:lstStyle/>
          <a:p>
            <a:r>
              <a:rPr lang="en-US"/>
              <a:t>Copyrights 2024 CE-UIT. All Rights Reserved.</a:t>
            </a:r>
            <a:endParaRPr lang="en-US" dirty="0"/>
          </a:p>
        </p:txBody>
      </p:sp>
      <p:sp>
        <p:nvSpPr>
          <p:cNvPr id="5" name="Slide Number Placeholder 4">
            <a:extLst>
              <a:ext uri="{FF2B5EF4-FFF2-40B4-BE49-F238E27FC236}">
                <a16:creationId xmlns:a16="http://schemas.microsoft.com/office/drawing/2014/main" id="{8217431F-00F7-796B-811E-2C5B514C80BA}"/>
              </a:ext>
            </a:extLst>
          </p:cNvPr>
          <p:cNvSpPr>
            <a:spLocks noGrp="1"/>
          </p:cNvSpPr>
          <p:nvPr>
            <p:ph type="sldNum" sz="quarter" idx="12"/>
          </p:nvPr>
        </p:nvSpPr>
        <p:spPr/>
        <p:txBody>
          <a:bodyPr/>
          <a:lstStyle/>
          <a:p>
            <a:fld id="{48F63A3B-78C7-47BE-AE5E-E10140E04643}" type="slidenum">
              <a:rPr lang="en-US" smtClean="0"/>
              <a:pPr/>
              <a:t>16</a:t>
            </a:fld>
            <a:endParaRPr lang="en-US" dirty="0"/>
          </a:p>
        </p:txBody>
      </p:sp>
      <p:sp>
        <p:nvSpPr>
          <p:cNvPr id="6" name="Google Shape;158;p16">
            <a:extLst>
              <a:ext uri="{FF2B5EF4-FFF2-40B4-BE49-F238E27FC236}">
                <a16:creationId xmlns:a16="http://schemas.microsoft.com/office/drawing/2014/main" id="{0F55F5F2-8D9B-C4D7-433E-71A1A92CEAE9}"/>
              </a:ext>
            </a:extLst>
          </p:cNvPr>
          <p:cNvSpPr txBox="1"/>
          <p:nvPr/>
        </p:nvSpPr>
        <p:spPr>
          <a:xfrm>
            <a:off x="571499" y="1891754"/>
            <a:ext cx="5907123" cy="615553"/>
          </a:xfrm>
          <a:prstGeom prst="rect">
            <a:avLst/>
          </a:prstGeom>
          <a:noFill/>
          <a:ln>
            <a:noFill/>
          </a:ln>
        </p:spPr>
        <p:txBody>
          <a:bodyPr spcFirstLastPara="1" wrap="square" lIns="0" tIns="0" rIns="0" bIns="0" anchor="t" anchorCtr="0">
            <a:spAutoFit/>
          </a:bodyPr>
          <a:lstStyle/>
          <a:p>
            <a:pPr lvl="0"/>
            <a:r>
              <a:rPr lang="en-US" sz="2000" b="1" dirty="0" err="1">
                <a:solidFill>
                  <a:srgbClr val="10B981"/>
                </a:solidFill>
                <a:latin typeface="+mj-lt"/>
                <a:ea typeface="Poppins SemiBold"/>
                <a:cs typeface="Poppins SemiBold"/>
                <a:sym typeface="Poppins SemiBold"/>
              </a:rPr>
              <a:t>Nâng</a:t>
            </a:r>
            <a:r>
              <a:rPr lang="en-US" sz="2000" b="1" dirty="0">
                <a:solidFill>
                  <a:srgbClr val="10B981"/>
                </a:solidFill>
                <a:latin typeface="+mj-lt"/>
                <a:ea typeface="Poppins SemiBold"/>
                <a:cs typeface="Poppins SemiBold"/>
                <a:sym typeface="Poppins SemiBold"/>
              </a:rPr>
              <a:t> </a:t>
            </a:r>
            <a:r>
              <a:rPr lang="en-US" sz="2000" b="1" dirty="0" err="1">
                <a:solidFill>
                  <a:srgbClr val="10B981"/>
                </a:solidFill>
                <a:latin typeface="+mj-lt"/>
                <a:ea typeface="Poppins SemiBold"/>
                <a:cs typeface="Poppins SemiBold"/>
                <a:sym typeface="Poppins SemiBold"/>
              </a:rPr>
              <a:t>cấp</a:t>
            </a:r>
            <a:r>
              <a:rPr lang="en-US" sz="2000" b="1" dirty="0">
                <a:solidFill>
                  <a:srgbClr val="10B981"/>
                </a:solidFill>
                <a:latin typeface="+mj-lt"/>
                <a:ea typeface="Poppins SemiBold"/>
                <a:cs typeface="Poppins SemiBold"/>
                <a:sym typeface="Poppins SemiBold"/>
              </a:rPr>
              <a:t> </a:t>
            </a:r>
            <a:r>
              <a:rPr lang="en-US" sz="2000" b="1" dirty="0" err="1">
                <a:solidFill>
                  <a:srgbClr val="10B981"/>
                </a:solidFill>
                <a:latin typeface="+mj-lt"/>
                <a:ea typeface="Poppins SemiBold"/>
                <a:cs typeface="Poppins SemiBold"/>
                <a:sym typeface="Poppins SemiBold"/>
              </a:rPr>
              <a:t>lên</a:t>
            </a:r>
            <a:r>
              <a:rPr lang="en-US" sz="2000" b="1" dirty="0">
                <a:solidFill>
                  <a:srgbClr val="10B981"/>
                </a:solidFill>
                <a:latin typeface="+mj-lt"/>
                <a:ea typeface="Poppins SemiBold"/>
                <a:cs typeface="Poppins SemiBold"/>
                <a:sym typeface="Poppins SemiBold"/>
              </a:rPr>
              <a:t> </a:t>
            </a:r>
            <a:r>
              <a:rPr lang="en-US" sz="2000" b="1" dirty="0" err="1">
                <a:solidFill>
                  <a:srgbClr val="10B981"/>
                </a:solidFill>
                <a:latin typeface="+mj-lt"/>
                <a:ea typeface="Poppins SemiBold"/>
                <a:cs typeface="Poppins SemiBold"/>
                <a:sym typeface="Poppins SemiBold"/>
              </a:rPr>
              <a:t>Hệ</a:t>
            </a:r>
            <a:r>
              <a:rPr lang="en-US" sz="2000" b="1" dirty="0">
                <a:solidFill>
                  <a:srgbClr val="10B981"/>
                </a:solidFill>
                <a:latin typeface="+mj-lt"/>
                <a:ea typeface="Poppins SemiBold"/>
                <a:cs typeface="Poppins SemiBold"/>
                <a:sym typeface="Poppins SemiBold"/>
              </a:rPr>
              <a:t> </a:t>
            </a:r>
            <a:r>
              <a:rPr lang="en-US" sz="2000" b="1" dirty="0" err="1">
                <a:solidFill>
                  <a:srgbClr val="10B981"/>
                </a:solidFill>
                <a:latin typeface="+mj-lt"/>
                <a:ea typeface="Poppins SemiBold"/>
                <a:cs typeface="Poppins SemiBold"/>
                <a:sym typeface="Poppins SemiBold"/>
              </a:rPr>
              <a:t>quản</a:t>
            </a:r>
            <a:r>
              <a:rPr lang="en-US" sz="2000" b="1" dirty="0">
                <a:solidFill>
                  <a:srgbClr val="10B981"/>
                </a:solidFill>
                <a:latin typeface="+mj-lt"/>
                <a:ea typeface="Poppins SemiBold"/>
                <a:cs typeface="Poppins SemiBold"/>
                <a:sym typeface="Poppins SemiBold"/>
              </a:rPr>
              <a:t> </a:t>
            </a:r>
            <a:r>
              <a:rPr lang="en-US" sz="2000" b="1" dirty="0" err="1">
                <a:solidFill>
                  <a:srgbClr val="10B981"/>
                </a:solidFill>
                <a:latin typeface="+mj-lt"/>
                <a:ea typeface="Poppins SemiBold"/>
                <a:cs typeface="Poppins SemiBold"/>
                <a:sym typeface="Poppins SemiBold"/>
              </a:rPr>
              <a:t>trị</a:t>
            </a:r>
            <a:r>
              <a:rPr lang="en-US" sz="2000" b="1" dirty="0">
                <a:solidFill>
                  <a:srgbClr val="10B981"/>
                </a:solidFill>
                <a:latin typeface="+mj-lt"/>
                <a:ea typeface="Poppins SemiBold"/>
                <a:cs typeface="Poppins SemiBold"/>
                <a:sym typeface="Poppins SemiBold"/>
              </a:rPr>
              <a:t> </a:t>
            </a:r>
            <a:r>
              <a:rPr lang="en-US" sz="2000" b="1" dirty="0" err="1">
                <a:solidFill>
                  <a:srgbClr val="10B981"/>
                </a:solidFill>
                <a:latin typeface="+mj-lt"/>
                <a:ea typeface="Poppins SemiBold"/>
                <a:cs typeface="Poppins SemiBold"/>
                <a:sym typeface="Poppins SemiBold"/>
              </a:rPr>
              <a:t>trung</a:t>
            </a:r>
            <a:r>
              <a:rPr lang="en-US" sz="2000" b="1" dirty="0">
                <a:solidFill>
                  <a:srgbClr val="10B981"/>
                </a:solidFill>
                <a:latin typeface="+mj-lt"/>
                <a:ea typeface="Poppins SemiBold"/>
                <a:cs typeface="Poppins SemiBold"/>
                <a:sym typeface="Poppins SemiBold"/>
              </a:rPr>
              <a:t> </a:t>
            </a:r>
            <a:r>
              <a:rPr lang="en-US" sz="2000" b="1" dirty="0" err="1">
                <a:solidFill>
                  <a:srgbClr val="10B981"/>
                </a:solidFill>
                <a:latin typeface="+mj-lt"/>
                <a:ea typeface="Poppins SemiBold"/>
                <a:cs typeface="Poppins SemiBold"/>
                <a:sym typeface="Poppins SemiBold"/>
              </a:rPr>
              <a:t>tâm</a:t>
            </a:r>
            <a:r>
              <a:rPr lang="en-US" sz="2000" b="1" dirty="0">
                <a:solidFill>
                  <a:srgbClr val="10B981"/>
                </a:solidFill>
                <a:latin typeface="+mj-lt"/>
                <a:ea typeface="Poppins SemiBold"/>
                <a:cs typeface="Poppins SemiBold"/>
                <a:sym typeface="Poppins SemiBold"/>
              </a:rPr>
              <a:t> Fleet Management</a:t>
            </a:r>
            <a:endParaRPr sz="2000" b="1" dirty="0">
              <a:latin typeface="+mj-lt"/>
            </a:endParaRPr>
          </a:p>
        </p:txBody>
      </p:sp>
      <p:sp>
        <p:nvSpPr>
          <p:cNvPr id="8" name="TextBox 7">
            <a:extLst>
              <a:ext uri="{FF2B5EF4-FFF2-40B4-BE49-F238E27FC236}">
                <a16:creationId xmlns:a16="http://schemas.microsoft.com/office/drawing/2014/main" id="{153A380E-4333-415B-6066-B07EFC19F2A2}"/>
              </a:ext>
            </a:extLst>
          </p:cNvPr>
          <p:cNvSpPr txBox="1"/>
          <p:nvPr/>
        </p:nvSpPr>
        <p:spPr>
          <a:xfrm>
            <a:off x="493678" y="2555816"/>
            <a:ext cx="5984945" cy="784830"/>
          </a:xfrm>
          <a:prstGeom prst="rect">
            <a:avLst/>
          </a:prstGeom>
          <a:noFill/>
        </p:spPr>
        <p:txBody>
          <a:bodyPr wrap="square">
            <a:spAutoFit/>
          </a:bodyPr>
          <a:lstStyle/>
          <a:p>
            <a:pPr algn="just"/>
            <a:r>
              <a:rPr lang="en-US" sz="1500" dirty="0" err="1">
                <a:latin typeface="+mj-lt"/>
              </a:rPr>
              <a:t>Đề</a:t>
            </a:r>
            <a:r>
              <a:rPr lang="en-US" sz="1500" dirty="0">
                <a:latin typeface="+mj-lt"/>
              </a:rPr>
              <a:t> </a:t>
            </a:r>
            <a:r>
              <a:rPr lang="en-US" sz="1500" dirty="0" err="1">
                <a:latin typeface="+mj-lt"/>
              </a:rPr>
              <a:t>xuất</a:t>
            </a:r>
            <a:r>
              <a:rPr lang="en-US" sz="1500" dirty="0">
                <a:latin typeface="+mj-lt"/>
              </a:rPr>
              <a:t> </a:t>
            </a:r>
            <a:r>
              <a:rPr lang="en-US" sz="1500" dirty="0" err="1">
                <a:latin typeface="+mj-lt"/>
              </a:rPr>
              <a:t>giải</a:t>
            </a:r>
            <a:r>
              <a:rPr lang="en-US" sz="1500" dirty="0">
                <a:latin typeface="+mj-lt"/>
              </a:rPr>
              <a:t> </a:t>
            </a:r>
            <a:r>
              <a:rPr lang="en-US" sz="1500" dirty="0" err="1">
                <a:latin typeface="+mj-lt"/>
              </a:rPr>
              <a:t>pháp</a:t>
            </a:r>
            <a:r>
              <a:rPr lang="en-US" sz="1500" dirty="0">
                <a:latin typeface="+mj-lt"/>
              </a:rPr>
              <a:t> </a:t>
            </a:r>
            <a:r>
              <a:rPr lang="en-US" sz="1500" dirty="0" err="1">
                <a:latin typeface="+mj-lt"/>
              </a:rPr>
              <a:t>mở</a:t>
            </a:r>
            <a:r>
              <a:rPr lang="en-US" sz="1500" dirty="0">
                <a:latin typeface="+mj-lt"/>
              </a:rPr>
              <a:t> </a:t>
            </a:r>
            <a:r>
              <a:rPr lang="en-US" sz="1500" dirty="0" err="1">
                <a:latin typeface="+mj-lt"/>
              </a:rPr>
              <a:t>rộng</a:t>
            </a:r>
            <a:r>
              <a:rPr lang="en-US" sz="1500" dirty="0">
                <a:latin typeface="+mj-lt"/>
              </a:rPr>
              <a:t> </a:t>
            </a:r>
            <a:r>
              <a:rPr lang="en-US" sz="1500" dirty="0" err="1">
                <a:latin typeface="+mj-lt"/>
              </a:rPr>
              <a:t>hệ</a:t>
            </a:r>
            <a:r>
              <a:rPr lang="en-US" sz="1500" dirty="0">
                <a:latin typeface="+mj-lt"/>
              </a:rPr>
              <a:t> </a:t>
            </a:r>
            <a:r>
              <a:rPr lang="en-US" sz="1500" dirty="0" err="1">
                <a:latin typeface="+mj-lt"/>
              </a:rPr>
              <a:t>thống</a:t>
            </a:r>
            <a:r>
              <a:rPr lang="en-US" sz="1500" dirty="0">
                <a:latin typeface="+mj-lt"/>
              </a:rPr>
              <a:t> </a:t>
            </a:r>
            <a:r>
              <a:rPr lang="en-US" sz="1500" dirty="0" err="1">
                <a:latin typeface="+mj-lt"/>
              </a:rPr>
              <a:t>hiện</a:t>
            </a:r>
            <a:r>
              <a:rPr lang="en-US" sz="1500" dirty="0">
                <a:latin typeface="+mj-lt"/>
              </a:rPr>
              <a:t> </a:t>
            </a:r>
            <a:r>
              <a:rPr lang="en-US" sz="1500" dirty="0" err="1">
                <a:latin typeface="+mj-lt"/>
              </a:rPr>
              <a:t>tại</a:t>
            </a:r>
            <a:r>
              <a:rPr lang="en-US" sz="1500" dirty="0">
                <a:latin typeface="+mj-lt"/>
              </a:rPr>
              <a:t> </a:t>
            </a:r>
            <a:r>
              <a:rPr lang="en-US" sz="1500" dirty="0" err="1">
                <a:latin typeface="+mj-lt"/>
              </a:rPr>
              <a:t>thành</a:t>
            </a:r>
            <a:r>
              <a:rPr lang="en-US" sz="1500" dirty="0">
                <a:latin typeface="+mj-lt"/>
              </a:rPr>
              <a:t> </a:t>
            </a:r>
            <a:r>
              <a:rPr lang="en-US" sz="1500" dirty="0" err="1">
                <a:latin typeface="+mj-lt"/>
              </a:rPr>
              <a:t>hệ</a:t>
            </a:r>
            <a:r>
              <a:rPr lang="en-US" sz="1500" dirty="0">
                <a:latin typeface="+mj-lt"/>
              </a:rPr>
              <a:t> </a:t>
            </a:r>
            <a:r>
              <a:rPr lang="en-US" sz="1500" dirty="0" err="1">
                <a:latin typeface="+mj-lt"/>
              </a:rPr>
              <a:t>thống</a:t>
            </a:r>
            <a:r>
              <a:rPr lang="en-US" sz="1500" dirty="0">
                <a:latin typeface="+mj-lt"/>
              </a:rPr>
              <a:t> </a:t>
            </a:r>
            <a:r>
              <a:rPr lang="en-US" sz="1500" dirty="0" err="1">
                <a:latin typeface="+mj-lt"/>
              </a:rPr>
              <a:t>quản</a:t>
            </a:r>
            <a:r>
              <a:rPr lang="en-US" sz="1500" dirty="0">
                <a:latin typeface="+mj-lt"/>
              </a:rPr>
              <a:t> </a:t>
            </a:r>
            <a:r>
              <a:rPr lang="en-US" sz="1500" dirty="0" err="1">
                <a:latin typeface="+mj-lt"/>
              </a:rPr>
              <a:t>lý</a:t>
            </a:r>
            <a:r>
              <a:rPr lang="en-US" sz="1500" dirty="0">
                <a:latin typeface="+mj-lt"/>
              </a:rPr>
              <a:t> </a:t>
            </a:r>
            <a:r>
              <a:rPr lang="en-US" sz="1500" dirty="0" err="1">
                <a:latin typeface="+mj-lt"/>
              </a:rPr>
              <a:t>nhiều</a:t>
            </a:r>
            <a:r>
              <a:rPr lang="en-US" sz="1500" dirty="0">
                <a:latin typeface="+mj-lt"/>
              </a:rPr>
              <a:t> robot </a:t>
            </a:r>
            <a:r>
              <a:rPr lang="en-US" sz="1500" dirty="0" err="1">
                <a:latin typeface="+mj-lt"/>
              </a:rPr>
              <a:t>lễ</a:t>
            </a:r>
            <a:r>
              <a:rPr lang="en-US" sz="1500" dirty="0">
                <a:latin typeface="+mj-lt"/>
              </a:rPr>
              <a:t> </a:t>
            </a:r>
            <a:r>
              <a:rPr lang="en-US" sz="1500" dirty="0" err="1">
                <a:latin typeface="+mj-lt"/>
              </a:rPr>
              <a:t>tân</a:t>
            </a:r>
            <a:r>
              <a:rPr lang="en-US" sz="1500" dirty="0">
                <a:latin typeface="+mj-lt"/>
              </a:rPr>
              <a:t> </a:t>
            </a:r>
            <a:r>
              <a:rPr lang="en-US" sz="1500" dirty="0" err="1">
                <a:latin typeface="+mj-lt"/>
              </a:rPr>
              <a:t>đồng</a:t>
            </a:r>
            <a:r>
              <a:rPr lang="en-US" sz="1500" dirty="0">
                <a:latin typeface="+mj-lt"/>
              </a:rPr>
              <a:t> </a:t>
            </a:r>
            <a:r>
              <a:rPr lang="en-US" sz="1500" dirty="0" err="1">
                <a:latin typeface="+mj-lt"/>
              </a:rPr>
              <a:t>thời</a:t>
            </a:r>
            <a:r>
              <a:rPr lang="en-US" sz="1500" dirty="0">
                <a:latin typeface="+mj-lt"/>
              </a:rPr>
              <a:t> </a:t>
            </a:r>
            <a:r>
              <a:rPr lang="en-US" sz="1500" dirty="0" err="1">
                <a:latin typeface="+mj-lt"/>
              </a:rPr>
              <a:t>thông</a:t>
            </a:r>
            <a:r>
              <a:rPr lang="en-US" sz="1500" dirty="0">
                <a:latin typeface="+mj-lt"/>
              </a:rPr>
              <a:t> qua </a:t>
            </a:r>
            <a:r>
              <a:rPr lang="en-US" sz="1500" dirty="0" err="1">
                <a:latin typeface="+mj-lt"/>
              </a:rPr>
              <a:t>máy</a:t>
            </a:r>
            <a:r>
              <a:rPr lang="en-US" sz="1500" dirty="0">
                <a:latin typeface="+mj-lt"/>
              </a:rPr>
              <a:t> </a:t>
            </a:r>
            <a:r>
              <a:rPr lang="en-US" sz="1500" dirty="0" err="1">
                <a:latin typeface="+mj-lt"/>
              </a:rPr>
              <a:t>chủ</a:t>
            </a:r>
            <a:r>
              <a:rPr lang="en-US" sz="1500" dirty="0">
                <a:latin typeface="+mj-lt"/>
              </a:rPr>
              <a:t> </a:t>
            </a:r>
            <a:r>
              <a:rPr lang="en-US" sz="1500" dirty="0" err="1">
                <a:latin typeface="+mj-lt"/>
              </a:rPr>
              <a:t>quản</a:t>
            </a:r>
            <a:r>
              <a:rPr lang="en-US" sz="1500" dirty="0">
                <a:latin typeface="+mj-lt"/>
              </a:rPr>
              <a:t> </a:t>
            </a:r>
            <a:r>
              <a:rPr lang="en-US" sz="1500" dirty="0" err="1">
                <a:latin typeface="+mj-lt"/>
              </a:rPr>
              <a:t>lý</a:t>
            </a:r>
            <a:r>
              <a:rPr lang="en-US" sz="1500" dirty="0">
                <a:latin typeface="+mj-lt"/>
              </a:rPr>
              <a:t> </a:t>
            </a:r>
            <a:r>
              <a:rPr lang="en-US" sz="1500" dirty="0" err="1">
                <a:latin typeface="+mj-lt"/>
              </a:rPr>
              <a:t>tập</a:t>
            </a:r>
            <a:r>
              <a:rPr lang="en-US" sz="1500" dirty="0">
                <a:latin typeface="+mj-lt"/>
              </a:rPr>
              <a:t> </a:t>
            </a:r>
            <a:r>
              <a:rPr lang="en-US" sz="1500" dirty="0" err="1">
                <a:latin typeface="+mj-lt"/>
              </a:rPr>
              <a:t>trung</a:t>
            </a:r>
            <a:r>
              <a:rPr lang="en-US" sz="1500" dirty="0">
                <a:latin typeface="+mj-lt"/>
              </a:rPr>
              <a:t> (Web Admin / Fleet Server).</a:t>
            </a:r>
          </a:p>
        </p:txBody>
      </p:sp>
      <p:sp>
        <p:nvSpPr>
          <p:cNvPr id="12" name="Google Shape;158;p16">
            <a:extLst>
              <a:ext uri="{FF2B5EF4-FFF2-40B4-BE49-F238E27FC236}">
                <a16:creationId xmlns:a16="http://schemas.microsoft.com/office/drawing/2014/main" id="{3CE38830-F6D6-E6AD-867F-C14D1B19AE69}"/>
              </a:ext>
            </a:extLst>
          </p:cNvPr>
          <p:cNvSpPr txBox="1"/>
          <p:nvPr/>
        </p:nvSpPr>
        <p:spPr>
          <a:xfrm>
            <a:off x="571500" y="3406936"/>
            <a:ext cx="5907122" cy="307777"/>
          </a:xfrm>
          <a:prstGeom prst="rect">
            <a:avLst/>
          </a:prstGeom>
          <a:noFill/>
          <a:ln>
            <a:noFill/>
          </a:ln>
        </p:spPr>
        <p:txBody>
          <a:bodyPr spcFirstLastPara="1" wrap="square" lIns="0" tIns="0" rIns="0" bIns="0" anchor="t" anchorCtr="0">
            <a:spAutoFit/>
          </a:bodyPr>
          <a:lstStyle/>
          <a:p>
            <a:pPr lvl="0"/>
            <a:r>
              <a:rPr lang="en-US" sz="2000" b="1" dirty="0">
                <a:solidFill>
                  <a:srgbClr val="10B981"/>
                </a:solidFill>
                <a:latin typeface="+mj-lt"/>
                <a:ea typeface="Poppins SemiBold"/>
                <a:cs typeface="Poppins SemiBold"/>
                <a:sym typeface="Poppins SemiBold"/>
              </a:rPr>
              <a:t>Các </a:t>
            </a:r>
            <a:r>
              <a:rPr lang="en-US" sz="2000" b="1" dirty="0" err="1">
                <a:solidFill>
                  <a:srgbClr val="10B981"/>
                </a:solidFill>
                <a:latin typeface="+mj-lt"/>
                <a:ea typeface="Poppins SemiBold"/>
                <a:cs typeface="Poppins SemiBold"/>
                <a:sym typeface="Poppins SemiBold"/>
              </a:rPr>
              <a:t>tính</a:t>
            </a:r>
            <a:r>
              <a:rPr lang="en-US" sz="2000" b="1" dirty="0">
                <a:solidFill>
                  <a:srgbClr val="10B981"/>
                </a:solidFill>
                <a:latin typeface="+mj-lt"/>
                <a:ea typeface="Poppins SemiBold"/>
                <a:cs typeface="Poppins SemiBold"/>
                <a:sym typeface="Poppins SemiBold"/>
              </a:rPr>
              <a:t> </a:t>
            </a:r>
            <a:r>
              <a:rPr lang="en-US" sz="2000" b="1" dirty="0" err="1">
                <a:solidFill>
                  <a:srgbClr val="10B981"/>
                </a:solidFill>
                <a:latin typeface="+mj-lt"/>
                <a:ea typeface="Poppins SemiBold"/>
                <a:cs typeface="Poppins SemiBold"/>
                <a:sym typeface="Poppins SemiBold"/>
              </a:rPr>
              <a:t>năng</a:t>
            </a:r>
            <a:r>
              <a:rPr lang="en-US" sz="2000" b="1" dirty="0">
                <a:solidFill>
                  <a:srgbClr val="10B981"/>
                </a:solidFill>
                <a:latin typeface="+mj-lt"/>
                <a:ea typeface="Poppins SemiBold"/>
                <a:cs typeface="Poppins SemiBold"/>
                <a:sym typeface="Poppins SemiBold"/>
              </a:rPr>
              <a:t> </a:t>
            </a:r>
            <a:r>
              <a:rPr lang="en-US" sz="2000" b="1" dirty="0" err="1">
                <a:solidFill>
                  <a:srgbClr val="10B981"/>
                </a:solidFill>
                <a:latin typeface="+mj-lt"/>
                <a:ea typeface="Poppins SemiBold"/>
                <a:cs typeface="Poppins SemiBold"/>
                <a:sym typeface="Poppins SemiBold"/>
              </a:rPr>
              <a:t>cốt</a:t>
            </a:r>
            <a:r>
              <a:rPr lang="en-US" sz="2000" b="1" dirty="0">
                <a:solidFill>
                  <a:srgbClr val="10B981"/>
                </a:solidFill>
                <a:latin typeface="+mj-lt"/>
                <a:ea typeface="Poppins SemiBold"/>
                <a:cs typeface="Poppins SemiBold"/>
                <a:sym typeface="Poppins SemiBold"/>
              </a:rPr>
              <a:t> </a:t>
            </a:r>
            <a:r>
              <a:rPr lang="en-US" sz="2000" b="1" dirty="0" err="1">
                <a:solidFill>
                  <a:srgbClr val="10B981"/>
                </a:solidFill>
                <a:latin typeface="+mj-lt"/>
                <a:ea typeface="Poppins SemiBold"/>
                <a:cs typeface="Poppins SemiBold"/>
                <a:sym typeface="Poppins SemiBold"/>
              </a:rPr>
              <a:t>lõi</a:t>
            </a:r>
            <a:endParaRPr lang="vi-VN" sz="2000" b="1" dirty="0">
              <a:solidFill>
                <a:srgbClr val="10B981"/>
              </a:solidFill>
              <a:latin typeface="+mj-lt"/>
              <a:ea typeface="Poppins SemiBold"/>
              <a:cs typeface="Poppins SemiBold"/>
              <a:sym typeface="Poppins SemiBold"/>
            </a:endParaRPr>
          </a:p>
        </p:txBody>
      </p:sp>
      <p:sp>
        <p:nvSpPr>
          <p:cNvPr id="14" name="TextBox 13">
            <a:extLst>
              <a:ext uri="{FF2B5EF4-FFF2-40B4-BE49-F238E27FC236}">
                <a16:creationId xmlns:a16="http://schemas.microsoft.com/office/drawing/2014/main" id="{91D90608-575B-2F5D-D79A-8D86728E2E10}"/>
              </a:ext>
            </a:extLst>
          </p:cNvPr>
          <p:cNvSpPr txBox="1"/>
          <p:nvPr/>
        </p:nvSpPr>
        <p:spPr>
          <a:xfrm>
            <a:off x="493678" y="3770348"/>
            <a:ext cx="5984944" cy="1477328"/>
          </a:xfrm>
          <a:prstGeom prst="rect">
            <a:avLst/>
          </a:prstGeom>
          <a:noFill/>
        </p:spPr>
        <p:txBody>
          <a:bodyPr wrap="square">
            <a:spAutoFit/>
          </a:bodyPr>
          <a:lstStyle/>
          <a:p>
            <a:pPr algn="just"/>
            <a:r>
              <a:rPr lang="vi-VN" sz="1500" b="1" dirty="0">
                <a:latin typeface="+mj-lt"/>
              </a:rPr>
              <a:t>Dashboard &amp; Robot Monitoring</a:t>
            </a:r>
            <a:r>
              <a:rPr lang="vi-VN" sz="1500" dirty="0">
                <a:latin typeface="+mj-lt"/>
              </a:rPr>
              <a:t>: Thu nhận liên tục tọa độ từ các robot, giám sát % pin, trạng thái nhiệm vụ và cảnh báo lỗi.</a:t>
            </a:r>
          </a:p>
          <a:p>
            <a:pPr algn="just"/>
            <a:r>
              <a:rPr lang="vi-VN" sz="1500" b="1" dirty="0">
                <a:latin typeface="+mj-lt"/>
              </a:rPr>
              <a:t>Giao thức cầu nối Robot Bridge</a:t>
            </a:r>
            <a:r>
              <a:rPr lang="vi-VN" sz="1500" dirty="0">
                <a:latin typeface="+mj-lt"/>
              </a:rPr>
              <a:t>: Sử dụng kết hợp MQTT, WebSocket và ROS 2 Bridge để đồng bộ trạng thái giữa Web và ROS thời gian thực.</a:t>
            </a:r>
          </a:p>
          <a:p>
            <a:pPr algn="just"/>
            <a:r>
              <a:rPr lang="vi-VN" sz="1500" b="1" dirty="0">
                <a:latin typeface="+mj-lt"/>
              </a:rPr>
              <a:t>Mô phỏng nâng cao (Simulation)</a:t>
            </a:r>
            <a:r>
              <a:rPr lang="vi-VN" sz="1500" dirty="0">
                <a:latin typeface="+mj-lt"/>
              </a:rPr>
              <a:t>: Tích hợp các nút robot ảo song song đội hình vật lý để thử nghiệm thuật toán tránh va chạm đa tác tử.</a:t>
            </a:r>
          </a:p>
        </p:txBody>
      </p:sp>
      <p:pic>
        <p:nvPicPr>
          <p:cNvPr id="16" name="Google Shape;391;p24" descr="image.png">
            <a:extLst>
              <a:ext uri="{FF2B5EF4-FFF2-40B4-BE49-F238E27FC236}">
                <a16:creationId xmlns:a16="http://schemas.microsoft.com/office/drawing/2014/main" id="{46B77F32-9E23-04FB-5BDF-DD114BEF14DC}"/>
              </a:ext>
            </a:extLst>
          </p:cNvPr>
          <p:cNvPicPr preferRelativeResize="0"/>
          <p:nvPr/>
        </p:nvPicPr>
        <p:blipFill rotWithShape="1">
          <a:blip r:embed="rId2">
            <a:alphaModFix/>
          </a:blip>
          <a:srcRect/>
          <a:stretch/>
        </p:blipFill>
        <p:spPr>
          <a:xfrm>
            <a:off x="6771382" y="2676525"/>
            <a:ext cx="4849117" cy="2247900"/>
          </a:xfrm>
          <a:prstGeom prst="rect">
            <a:avLst/>
          </a:prstGeom>
          <a:noFill/>
          <a:ln>
            <a:noFill/>
          </a:ln>
        </p:spPr>
      </p:pic>
      <p:pic>
        <p:nvPicPr>
          <p:cNvPr id="20" name="Google Shape;392;p24" descr="image.png">
            <a:extLst>
              <a:ext uri="{FF2B5EF4-FFF2-40B4-BE49-F238E27FC236}">
                <a16:creationId xmlns:a16="http://schemas.microsoft.com/office/drawing/2014/main" id="{0C5F5AC8-CD92-9CD7-AC60-DF74A7FB44D9}"/>
              </a:ext>
            </a:extLst>
          </p:cNvPr>
          <p:cNvPicPr preferRelativeResize="0"/>
          <p:nvPr/>
        </p:nvPicPr>
        <p:blipFill rotWithShape="1">
          <a:blip r:embed="rId3">
            <a:alphaModFix/>
          </a:blip>
          <a:srcRect/>
          <a:stretch/>
        </p:blipFill>
        <p:spPr>
          <a:xfrm>
            <a:off x="7019032" y="3305175"/>
            <a:ext cx="4353817" cy="400050"/>
          </a:xfrm>
          <a:prstGeom prst="rect">
            <a:avLst/>
          </a:prstGeom>
          <a:noFill/>
          <a:ln>
            <a:noFill/>
          </a:ln>
        </p:spPr>
      </p:pic>
      <p:pic>
        <p:nvPicPr>
          <p:cNvPr id="22" name="Google Shape;393;p24" descr="image.png">
            <a:extLst>
              <a:ext uri="{FF2B5EF4-FFF2-40B4-BE49-F238E27FC236}">
                <a16:creationId xmlns:a16="http://schemas.microsoft.com/office/drawing/2014/main" id="{FB0FC720-0A2B-4651-8803-DB572531F2BA}"/>
              </a:ext>
            </a:extLst>
          </p:cNvPr>
          <p:cNvPicPr preferRelativeResize="0"/>
          <p:nvPr/>
        </p:nvPicPr>
        <p:blipFill rotWithShape="1">
          <a:blip r:embed="rId4">
            <a:alphaModFix/>
          </a:blip>
          <a:srcRect/>
          <a:stretch/>
        </p:blipFill>
        <p:spPr>
          <a:xfrm>
            <a:off x="7019032" y="4114800"/>
            <a:ext cx="2105471" cy="561975"/>
          </a:xfrm>
          <a:prstGeom prst="rect">
            <a:avLst/>
          </a:prstGeom>
          <a:noFill/>
          <a:ln>
            <a:noFill/>
          </a:ln>
        </p:spPr>
      </p:pic>
      <p:pic>
        <p:nvPicPr>
          <p:cNvPr id="24" name="Google Shape;394;p24" descr="image.png">
            <a:extLst>
              <a:ext uri="{FF2B5EF4-FFF2-40B4-BE49-F238E27FC236}">
                <a16:creationId xmlns:a16="http://schemas.microsoft.com/office/drawing/2014/main" id="{A5622A6D-6EDC-51DB-2A72-538B181E5342}"/>
              </a:ext>
            </a:extLst>
          </p:cNvPr>
          <p:cNvPicPr preferRelativeResize="0"/>
          <p:nvPr/>
        </p:nvPicPr>
        <p:blipFill rotWithShape="1">
          <a:blip r:embed="rId5">
            <a:alphaModFix/>
          </a:blip>
          <a:srcRect/>
          <a:stretch/>
        </p:blipFill>
        <p:spPr>
          <a:xfrm>
            <a:off x="9267378" y="4114800"/>
            <a:ext cx="2105471" cy="561975"/>
          </a:xfrm>
          <a:prstGeom prst="rect">
            <a:avLst/>
          </a:prstGeom>
          <a:noFill/>
          <a:ln>
            <a:noFill/>
          </a:ln>
        </p:spPr>
      </p:pic>
      <p:sp>
        <p:nvSpPr>
          <p:cNvPr id="26" name="Google Shape;401;p24">
            <a:extLst>
              <a:ext uri="{FF2B5EF4-FFF2-40B4-BE49-F238E27FC236}">
                <a16:creationId xmlns:a16="http://schemas.microsoft.com/office/drawing/2014/main" id="{4D1BAD27-58F5-BE2F-4DDD-3B5752468F2B}"/>
              </a:ext>
            </a:extLst>
          </p:cNvPr>
          <p:cNvSpPr txBox="1"/>
          <p:nvPr/>
        </p:nvSpPr>
        <p:spPr>
          <a:xfrm>
            <a:off x="6910186" y="2924175"/>
            <a:ext cx="4571508" cy="230832"/>
          </a:xfrm>
          <a:prstGeom prst="rect">
            <a:avLst/>
          </a:prstGeom>
          <a:noFill/>
          <a:ln>
            <a:noFill/>
          </a:ln>
        </p:spPr>
        <p:txBody>
          <a:bodyPr spcFirstLastPara="1" wrap="square" lIns="190500" tIns="0" rIns="0" bIns="0" anchor="t" anchorCtr="0">
            <a:spAutoFit/>
          </a:bodyPr>
          <a:lstStyle/>
          <a:p>
            <a:pPr marL="0" marR="0" lvl="0" indent="0" algn="ctr" rtl="0">
              <a:spcBef>
                <a:spcPts val="0"/>
              </a:spcBef>
              <a:spcAft>
                <a:spcPts val="0"/>
              </a:spcAft>
              <a:buNone/>
            </a:pPr>
            <a:r>
              <a:rPr lang="en-US" sz="1500" b="0" i="0" u="none" strike="noStrike" cap="none" dirty="0" err="1">
                <a:solidFill>
                  <a:srgbClr val="10B981"/>
                </a:solidFill>
                <a:latin typeface="+mj-lt"/>
                <a:ea typeface="Poppins SemiBold"/>
                <a:cs typeface="Poppins SemiBold"/>
                <a:sym typeface="Poppins SemiBold"/>
              </a:rPr>
              <a:t>Kiến</a:t>
            </a:r>
            <a:r>
              <a:rPr lang="en-US" sz="1500" b="0" i="0" u="none" strike="noStrike" cap="none" dirty="0">
                <a:solidFill>
                  <a:srgbClr val="10B981"/>
                </a:solidFill>
                <a:latin typeface="+mj-lt"/>
                <a:ea typeface="Poppins SemiBold"/>
                <a:cs typeface="Poppins SemiBold"/>
                <a:sym typeface="Poppins SemiBold"/>
              </a:rPr>
              <a:t> Trúc </a:t>
            </a:r>
            <a:r>
              <a:rPr lang="en-US" sz="1500" b="0" i="0" u="none" strike="noStrike" cap="none" dirty="0" err="1">
                <a:solidFill>
                  <a:srgbClr val="10B981"/>
                </a:solidFill>
                <a:latin typeface="+mj-lt"/>
                <a:ea typeface="Poppins SemiBold"/>
                <a:cs typeface="Poppins SemiBold"/>
                <a:sym typeface="Poppins SemiBold"/>
              </a:rPr>
              <a:t>Hệ</a:t>
            </a:r>
            <a:r>
              <a:rPr lang="en-US" sz="1500" b="0" i="0" u="none" strike="noStrike" cap="none" dirty="0">
                <a:solidFill>
                  <a:srgbClr val="10B981"/>
                </a:solidFill>
                <a:latin typeface="+mj-lt"/>
                <a:ea typeface="Poppins SemiBold"/>
                <a:cs typeface="Poppins SemiBold"/>
                <a:sym typeface="Poppins SemiBold"/>
              </a:rPr>
              <a:t> </a:t>
            </a:r>
            <a:r>
              <a:rPr lang="en-US" sz="1500" b="0" i="0" u="none" strike="noStrike" cap="none" dirty="0" err="1">
                <a:solidFill>
                  <a:srgbClr val="10B981"/>
                </a:solidFill>
                <a:latin typeface="+mj-lt"/>
                <a:ea typeface="Poppins SemiBold"/>
                <a:cs typeface="Poppins SemiBold"/>
                <a:sym typeface="Poppins SemiBold"/>
              </a:rPr>
              <a:t>Thống</a:t>
            </a:r>
            <a:r>
              <a:rPr lang="en-US" sz="1500" b="0" i="0" u="none" strike="noStrike" cap="none" dirty="0">
                <a:solidFill>
                  <a:srgbClr val="10B981"/>
                </a:solidFill>
                <a:latin typeface="+mj-lt"/>
                <a:ea typeface="Poppins SemiBold"/>
                <a:cs typeface="Poppins SemiBold"/>
                <a:sym typeface="Poppins SemiBold"/>
              </a:rPr>
              <a:t> Quản Lý Robot</a:t>
            </a:r>
            <a:endParaRPr sz="1500" dirty="0">
              <a:latin typeface="+mj-lt"/>
            </a:endParaRPr>
          </a:p>
        </p:txBody>
      </p:sp>
      <p:pic>
        <p:nvPicPr>
          <p:cNvPr id="28" name="Google Shape;405;p24" descr="image.png">
            <a:extLst>
              <a:ext uri="{FF2B5EF4-FFF2-40B4-BE49-F238E27FC236}">
                <a16:creationId xmlns:a16="http://schemas.microsoft.com/office/drawing/2014/main" id="{C79ADAA5-CC48-DF66-511C-C1A81D2EEF02}"/>
              </a:ext>
            </a:extLst>
          </p:cNvPr>
          <p:cNvPicPr preferRelativeResize="0"/>
          <p:nvPr/>
        </p:nvPicPr>
        <p:blipFill rotWithShape="1">
          <a:blip r:embed="rId6">
            <a:alphaModFix/>
          </a:blip>
          <a:srcRect/>
          <a:stretch/>
        </p:blipFill>
        <p:spPr>
          <a:xfrm>
            <a:off x="7514701" y="2972003"/>
            <a:ext cx="190500" cy="152400"/>
          </a:xfrm>
          <a:prstGeom prst="rect">
            <a:avLst/>
          </a:prstGeom>
          <a:noFill/>
          <a:ln>
            <a:noFill/>
          </a:ln>
        </p:spPr>
      </p:pic>
      <p:pic>
        <p:nvPicPr>
          <p:cNvPr id="30" name="Google Shape;406;p24" descr="image.png">
            <a:extLst>
              <a:ext uri="{FF2B5EF4-FFF2-40B4-BE49-F238E27FC236}">
                <a16:creationId xmlns:a16="http://schemas.microsoft.com/office/drawing/2014/main" id="{763CCB26-173D-734A-0932-C0533EF6E5DB}"/>
              </a:ext>
            </a:extLst>
          </p:cNvPr>
          <p:cNvPicPr preferRelativeResize="0"/>
          <p:nvPr/>
        </p:nvPicPr>
        <p:blipFill rotWithShape="1">
          <a:blip r:embed="rId7">
            <a:alphaModFix/>
          </a:blip>
          <a:srcRect/>
          <a:stretch/>
        </p:blipFill>
        <p:spPr>
          <a:xfrm>
            <a:off x="8069964" y="3429000"/>
            <a:ext cx="190500" cy="152400"/>
          </a:xfrm>
          <a:prstGeom prst="rect">
            <a:avLst/>
          </a:prstGeom>
          <a:noFill/>
          <a:ln>
            <a:noFill/>
          </a:ln>
        </p:spPr>
      </p:pic>
      <p:sp>
        <p:nvSpPr>
          <p:cNvPr id="32" name="Google Shape;407;p24">
            <a:extLst>
              <a:ext uri="{FF2B5EF4-FFF2-40B4-BE49-F238E27FC236}">
                <a16:creationId xmlns:a16="http://schemas.microsoft.com/office/drawing/2014/main" id="{D3F9234D-9005-CCE9-37B2-BA6E69DFDAC5}"/>
              </a:ext>
            </a:extLst>
          </p:cNvPr>
          <p:cNvSpPr/>
          <p:nvPr/>
        </p:nvSpPr>
        <p:spPr>
          <a:xfrm>
            <a:off x="7019032" y="3900487"/>
            <a:ext cx="1231850" cy="19050"/>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 name="Google Shape;408;p24">
            <a:extLst>
              <a:ext uri="{FF2B5EF4-FFF2-40B4-BE49-F238E27FC236}">
                <a16:creationId xmlns:a16="http://schemas.microsoft.com/office/drawing/2014/main" id="{609AEC59-0F7E-317C-F2CF-E95D041020CC}"/>
              </a:ext>
            </a:extLst>
          </p:cNvPr>
          <p:cNvSpPr txBox="1"/>
          <p:nvPr/>
        </p:nvSpPr>
        <p:spPr>
          <a:xfrm>
            <a:off x="8441382" y="3848100"/>
            <a:ext cx="1509117" cy="1238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825" b="0" i="0" u="none" strike="noStrike" cap="none">
                <a:solidFill>
                  <a:srgbClr val="94A3B8"/>
                </a:solidFill>
                <a:latin typeface="Arial"/>
                <a:ea typeface="Arial"/>
                <a:cs typeface="Arial"/>
                <a:sym typeface="Arial"/>
              </a:rPr>
              <a:t>WiFi / MQTT / WebSockets</a:t>
            </a:r>
            <a:endParaRPr/>
          </a:p>
        </p:txBody>
      </p:sp>
      <p:sp>
        <p:nvSpPr>
          <p:cNvPr id="36" name="Google Shape;409;p24">
            <a:extLst>
              <a:ext uri="{FF2B5EF4-FFF2-40B4-BE49-F238E27FC236}">
                <a16:creationId xmlns:a16="http://schemas.microsoft.com/office/drawing/2014/main" id="{D37AE9CD-8696-9F2A-5C64-4092D718294B}"/>
              </a:ext>
            </a:extLst>
          </p:cNvPr>
          <p:cNvSpPr/>
          <p:nvPr/>
        </p:nvSpPr>
        <p:spPr>
          <a:xfrm>
            <a:off x="10140999" y="3900487"/>
            <a:ext cx="1231850" cy="19050"/>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8" name="Google Shape;414;p24">
            <a:extLst>
              <a:ext uri="{FF2B5EF4-FFF2-40B4-BE49-F238E27FC236}">
                <a16:creationId xmlns:a16="http://schemas.microsoft.com/office/drawing/2014/main" id="{0894FE06-C3B6-B294-AC05-06551B1047CA}"/>
              </a:ext>
            </a:extLst>
          </p:cNvPr>
          <p:cNvSpPr txBox="1"/>
          <p:nvPr/>
        </p:nvSpPr>
        <p:spPr>
          <a:xfrm>
            <a:off x="7614493" y="4257675"/>
            <a:ext cx="914400" cy="142875"/>
          </a:xfrm>
          <a:prstGeom prst="rect">
            <a:avLst/>
          </a:prstGeom>
          <a:noFill/>
          <a:ln>
            <a:noFill/>
          </a:ln>
        </p:spPr>
        <p:txBody>
          <a:bodyPr spcFirstLastPara="1" wrap="square" lIns="142875" tIns="0" rIns="0" bIns="0" anchor="t" anchorCtr="0">
            <a:spAutoFit/>
          </a:bodyPr>
          <a:lstStyle/>
          <a:p>
            <a:pPr marL="0" marR="0" lvl="0" indent="0" algn="ctr" rtl="0">
              <a:spcBef>
                <a:spcPts val="0"/>
              </a:spcBef>
              <a:spcAft>
                <a:spcPts val="0"/>
              </a:spcAft>
              <a:buNone/>
            </a:pPr>
            <a:r>
              <a:rPr lang="en-US" sz="900" b="0" i="0" u="none" strike="noStrike" cap="none">
                <a:solidFill>
                  <a:srgbClr val="F8FAFC"/>
                </a:solidFill>
                <a:latin typeface="Inter Medium"/>
                <a:ea typeface="Inter Medium"/>
                <a:cs typeface="Inter Medium"/>
                <a:sym typeface="Inter Medium"/>
              </a:rPr>
              <a:t>Robot 1 (Thật)</a:t>
            </a:r>
            <a:endParaRPr/>
          </a:p>
        </p:txBody>
      </p:sp>
      <p:sp>
        <p:nvSpPr>
          <p:cNvPr id="40" name="Google Shape;415;p24">
            <a:extLst>
              <a:ext uri="{FF2B5EF4-FFF2-40B4-BE49-F238E27FC236}">
                <a16:creationId xmlns:a16="http://schemas.microsoft.com/office/drawing/2014/main" id="{628FC11A-303C-7223-8FDB-7A7307DB0960}"/>
              </a:ext>
            </a:extLst>
          </p:cNvPr>
          <p:cNvSpPr txBox="1"/>
          <p:nvPr/>
        </p:nvSpPr>
        <p:spPr>
          <a:xfrm>
            <a:off x="7123807" y="4457700"/>
            <a:ext cx="1895921" cy="1143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750" b="0" i="0" u="none" strike="noStrike" cap="none">
                <a:solidFill>
                  <a:srgbClr val="10B981"/>
                </a:solidFill>
                <a:latin typeface="Inter"/>
                <a:ea typeface="Inter"/>
                <a:cs typeface="Inter"/>
                <a:sym typeface="Inter"/>
              </a:rPr>
              <a:t>HMI + Edge AI</a:t>
            </a:r>
            <a:endParaRPr/>
          </a:p>
        </p:txBody>
      </p:sp>
      <p:sp>
        <p:nvSpPr>
          <p:cNvPr id="42" name="Google Shape;416;p24">
            <a:extLst>
              <a:ext uri="{FF2B5EF4-FFF2-40B4-BE49-F238E27FC236}">
                <a16:creationId xmlns:a16="http://schemas.microsoft.com/office/drawing/2014/main" id="{D11F9320-667E-AE14-61A8-06891C89F686}"/>
              </a:ext>
            </a:extLst>
          </p:cNvPr>
          <p:cNvSpPr txBox="1"/>
          <p:nvPr/>
        </p:nvSpPr>
        <p:spPr>
          <a:xfrm>
            <a:off x="9710439" y="4257675"/>
            <a:ext cx="1219200" cy="142875"/>
          </a:xfrm>
          <a:prstGeom prst="rect">
            <a:avLst/>
          </a:prstGeom>
          <a:noFill/>
          <a:ln>
            <a:noFill/>
          </a:ln>
        </p:spPr>
        <p:txBody>
          <a:bodyPr spcFirstLastPara="1" wrap="square" lIns="142875" tIns="0" rIns="0" bIns="0" anchor="t" anchorCtr="0">
            <a:spAutoFit/>
          </a:bodyPr>
          <a:lstStyle/>
          <a:p>
            <a:pPr marL="0" marR="0" lvl="0" indent="0" algn="ctr" rtl="0">
              <a:spcBef>
                <a:spcPts val="0"/>
              </a:spcBef>
              <a:spcAft>
                <a:spcPts val="0"/>
              </a:spcAft>
              <a:buNone/>
            </a:pPr>
            <a:r>
              <a:rPr lang="en-US" sz="900" b="0" i="0" u="none" strike="noStrike" cap="none">
                <a:solidFill>
                  <a:srgbClr val="F8FAFC"/>
                </a:solidFill>
                <a:latin typeface="Inter Medium"/>
                <a:ea typeface="Inter Medium"/>
                <a:cs typeface="Inter Medium"/>
                <a:sym typeface="Inter Medium"/>
              </a:rPr>
              <a:t>Robot 2 (Mô phỏng)</a:t>
            </a:r>
            <a:endParaRPr/>
          </a:p>
        </p:txBody>
      </p:sp>
      <p:sp>
        <p:nvSpPr>
          <p:cNvPr id="44" name="Google Shape;417;p24">
            <a:extLst>
              <a:ext uri="{FF2B5EF4-FFF2-40B4-BE49-F238E27FC236}">
                <a16:creationId xmlns:a16="http://schemas.microsoft.com/office/drawing/2014/main" id="{5AE718F3-CF8D-553B-9D66-1797043EA5F1}"/>
              </a:ext>
            </a:extLst>
          </p:cNvPr>
          <p:cNvSpPr txBox="1"/>
          <p:nvPr/>
        </p:nvSpPr>
        <p:spPr>
          <a:xfrm>
            <a:off x="9372153" y="4457700"/>
            <a:ext cx="1895921" cy="1143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750" b="0" i="0" u="none" strike="noStrike" cap="none">
                <a:solidFill>
                  <a:srgbClr val="06B6D4"/>
                </a:solidFill>
                <a:latin typeface="Inter"/>
                <a:ea typeface="Inter"/>
                <a:cs typeface="Inter"/>
                <a:sym typeface="Inter"/>
              </a:rPr>
              <a:t>Virtual Node</a:t>
            </a:r>
            <a:endParaRPr/>
          </a:p>
        </p:txBody>
      </p:sp>
      <p:pic>
        <p:nvPicPr>
          <p:cNvPr id="46" name="Google Shape;418;p24" descr="image.png">
            <a:extLst>
              <a:ext uri="{FF2B5EF4-FFF2-40B4-BE49-F238E27FC236}">
                <a16:creationId xmlns:a16="http://schemas.microsoft.com/office/drawing/2014/main" id="{ED6615A7-21CF-8118-AEBF-BB7A1E02A934}"/>
              </a:ext>
            </a:extLst>
          </p:cNvPr>
          <p:cNvPicPr preferRelativeResize="0"/>
          <p:nvPr/>
        </p:nvPicPr>
        <p:blipFill rotWithShape="1">
          <a:blip r:embed="rId8">
            <a:alphaModFix/>
          </a:blip>
          <a:srcRect/>
          <a:stretch/>
        </p:blipFill>
        <p:spPr>
          <a:xfrm>
            <a:off x="7614493" y="4276725"/>
            <a:ext cx="142875" cy="114300"/>
          </a:xfrm>
          <a:prstGeom prst="rect">
            <a:avLst/>
          </a:prstGeom>
          <a:noFill/>
          <a:ln>
            <a:noFill/>
          </a:ln>
        </p:spPr>
      </p:pic>
      <p:pic>
        <p:nvPicPr>
          <p:cNvPr id="48" name="Google Shape;419;p24" descr="image.png">
            <a:extLst>
              <a:ext uri="{FF2B5EF4-FFF2-40B4-BE49-F238E27FC236}">
                <a16:creationId xmlns:a16="http://schemas.microsoft.com/office/drawing/2014/main" id="{0C594725-74A8-2C3F-7128-8244A03B9FCF}"/>
              </a:ext>
            </a:extLst>
          </p:cNvPr>
          <p:cNvPicPr preferRelativeResize="0"/>
          <p:nvPr/>
        </p:nvPicPr>
        <p:blipFill rotWithShape="1">
          <a:blip r:embed="rId9">
            <a:alphaModFix/>
          </a:blip>
          <a:srcRect/>
          <a:stretch/>
        </p:blipFill>
        <p:spPr>
          <a:xfrm>
            <a:off x="9710439" y="4276725"/>
            <a:ext cx="142875" cy="114300"/>
          </a:xfrm>
          <a:prstGeom prst="rect">
            <a:avLst/>
          </a:prstGeom>
          <a:noFill/>
          <a:ln>
            <a:noFill/>
          </a:ln>
        </p:spPr>
      </p:pic>
    </p:spTree>
    <p:extLst>
      <p:ext uri="{BB962C8B-B14F-4D97-AF65-F5344CB8AC3E}">
        <p14:creationId xmlns:p14="http://schemas.microsoft.com/office/powerpoint/2010/main" val="40948456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0ED2-0976-BDD1-42A3-BC1678C6FB15}"/>
              </a:ext>
            </a:extLst>
          </p:cNvPr>
          <p:cNvSpPr>
            <a:spLocks noGrp="1"/>
          </p:cNvSpPr>
          <p:nvPr>
            <p:ph type="title"/>
          </p:nvPr>
        </p:nvSpPr>
        <p:spPr/>
        <p:txBody>
          <a:bodyPr/>
          <a:lstStyle/>
          <a:p>
            <a:r>
              <a:rPr lang="en-VN" dirty="0"/>
              <a:t>Tài liệu tham khảo</a:t>
            </a:r>
          </a:p>
        </p:txBody>
      </p:sp>
      <p:sp>
        <p:nvSpPr>
          <p:cNvPr id="3" name="Content Placeholder 2">
            <a:extLst>
              <a:ext uri="{FF2B5EF4-FFF2-40B4-BE49-F238E27FC236}">
                <a16:creationId xmlns:a16="http://schemas.microsoft.com/office/drawing/2014/main" id="{E8833310-1EC0-648B-A63E-D2398957D15E}"/>
              </a:ext>
            </a:extLst>
          </p:cNvPr>
          <p:cNvSpPr>
            <a:spLocks noGrp="1"/>
          </p:cNvSpPr>
          <p:nvPr>
            <p:ph idx="1"/>
          </p:nvPr>
        </p:nvSpPr>
        <p:spPr/>
        <p:txBody>
          <a:bodyPr>
            <a:normAutofit fontScale="77500" lnSpcReduction="20000"/>
          </a:bodyPr>
          <a:lstStyle/>
          <a:p>
            <a:pPr marL="0" indent="0">
              <a:buNone/>
            </a:pPr>
            <a:r>
              <a:rPr lang="en-US" dirty="0"/>
              <a:t>[1] Open Source Robotics Foundation, "Robot Operating System 2 (ROS 2) Client Libraries: </a:t>
            </a:r>
            <a:r>
              <a:rPr lang="en-US" dirty="0" err="1"/>
              <a:t>rclcpp</a:t>
            </a:r>
            <a:r>
              <a:rPr lang="en-US" dirty="0"/>
              <a:t> Specification," 2024. </a:t>
            </a:r>
          </a:p>
          <a:p>
            <a:pPr marL="0" indent="0">
              <a:buNone/>
            </a:pPr>
            <a:r>
              <a:rPr lang="en-US" dirty="0"/>
              <a:t>[2] Qt Company, "Qt 5 Core and QML Reference Manual: Declarative User Interface...", 2023. </a:t>
            </a:r>
          </a:p>
          <a:p>
            <a:pPr marL="0" indent="0">
              <a:buNone/>
            </a:pPr>
            <a:r>
              <a:rPr lang="en-US" dirty="0"/>
              <a:t>[3] </a:t>
            </a:r>
            <a:r>
              <a:rPr lang="en-US" dirty="0" err="1"/>
              <a:t>Yakindu</a:t>
            </a:r>
            <a:r>
              <a:rPr lang="en-US" dirty="0"/>
              <a:t> </a:t>
            </a:r>
            <a:r>
              <a:rPr lang="en-US" dirty="0" err="1"/>
              <a:t>Statechart</a:t>
            </a:r>
            <a:r>
              <a:rPr lang="en-US" dirty="0"/>
              <a:t> Tools, "Model-Driven Software Development and C/C++ Code...", 2022. </a:t>
            </a:r>
          </a:p>
          <a:p>
            <a:pPr marL="0" indent="0">
              <a:buNone/>
            </a:pPr>
            <a:r>
              <a:rPr lang="en-US" dirty="0"/>
              <a:t>[4] </a:t>
            </a:r>
            <a:r>
              <a:rPr lang="en-US" dirty="0" err="1"/>
              <a:t>Ollama</a:t>
            </a:r>
            <a:r>
              <a:rPr lang="en-US" dirty="0"/>
              <a:t> Enterprise, "Local Inference Engine REST API Specification...", 2025. </a:t>
            </a:r>
          </a:p>
          <a:p>
            <a:pPr marL="0" indent="0">
              <a:buNone/>
            </a:pPr>
            <a:r>
              <a:rPr lang="en-US" dirty="0"/>
              <a:t>[5] Linux Kernel Organization, "The /proc Virtual File System and System Metrics...", 2024. </a:t>
            </a:r>
          </a:p>
          <a:p>
            <a:endParaRPr lang="en-VN" dirty="0"/>
          </a:p>
        </p:txBody>
      </p:sp>
      <p:sp>
        <p:nvSpPr>
          <p:cNvPr id="4" name="Footer Placeholder 3">
            <a:extLst>
              <a:ext uri="{FF2B5EF4-FFF2-40B4-BE49-F238E27FC236}">
                <a16:creationId xmlns:a16="http://schemas.microsoft.com/office/drawing/2014/main" id="{34356E44-A00A-2323-F81A-FD8F5B511FD4}"/>
              </a:ext>
            </a:extLst>
          </p:cNvPr>
          <p:cNvSpPr>
            <a:spLocks noGrp="1"/>
          </p:cNvSpPr>
          <p:nvPr>
            <p:ph type="ftr" sz="quarter" idx="11"/>
          </p:nvPr>
        </p:nvSpPr>
        <p:spPr/>
        <p:txBody>
          <a:bodyPr/>
          <a:lstStyle/>
          <a:p>
            <a:r>
              <a:rPr lang="en-US"/>
              <a:t>Copyrights 2024 CE-UIT. All Rights Reserved.</a:t>
            </a:r>
            <a:endParaRPr lang="en-US" dirty="0"/>
          </a:p>
        </p:txBody>
      </p:sp>
      <p:sp>
        <p:nvSpPr>
          <p:cNvPr id="5" name="Slide Number Placeholder 4">
            <a:extLst>
              <a:ext uri="{FF2B5EF4-FFF2-40B4-BE49-F238E27FC236}">
                <a16:creationId xmlns:a16="http://schemas.microsoft.com/office/drawing/2014/main" id="{88094994-CBD5-3E49-C675-905C929A75C5}"/>
              </a:ext>
            </a:extLst>
          </p:cNvPr>
          <p:cNvSpPr>
            <a:spLocks noGrp="1"/>
          </p:cNvSpPr>
          <p:nvPr>
            <p:ph type="sldNum" sz="quarter" idx="12"/>
          </p:nvPr>
        </p:nvSpPr>
        <p:spPr/>
        <p:txBody>
          <a:bodyPr/>
          <a:lstStyle/>
          <a:p>
            <a:fld id="{48F63A3B-78C7-47BE-AE5E-E10140E04643}" type="slidenum">
              <a:rPr lang="en-US" smtClean="0"/>
              <a:pPr/>
              <a:t>17</a:t>
            </a:fld>
            <a:endParaRPr lang="en-US" dirty="0"/>
          </a:p>
        </p:txBody>
      </p:sp>
    </p:spTree>
    <p:extLst>
      <p:ext uri="{BB962C8B-B14F-4D97-AF65-F5344CB8AC3E}">
        <p14:creationId xmlns:p14="http://schemas.microsoft.com/office/powerpoint/2010/main" val="3323913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E66C3B3-F2E0-6278-52E2-3393C104308D}"/>
              </a:ext>
            </a:extLst>
          </p:cNvPr>
          <p:cNvSpPr>
            <a:spLocks noGrp="1"/>
          </p:cNvSpPr>
          <p:nvPr>
            <p:ph type="ftr" sz="quarter" idx="11"/>
          </p:nvPr>
        </p:nvSpPr>
        <p:spPr/>
        <p:txBody>
          <a:bodyPr/>
          <a:lstStyle/>
          <a:p>
            <a:r>
              <a:rPr lang="en-US"/>
              <a:t>Copyrights 2024 CE-UIT. All Rights Reserved.</a:t>
            </a:r>
            <a:endParaRPr lang="en-US" dirty="0"/>
          </a:p>
        </p:txBody>
      </p:sp>
      <p:sp>
        <p:nvSpPr>
          <p:cNvPr id="3" name="Slide Number Placeholder 2">
            <a:extLst>
              <a:ext uri="{FF2B5EF4-FFF2-40B4-BE49-F238E27FC236}">
                <a16:creationId xmlns:a16="http://schemas.microsoft.com/office/drawing/2014/main" id="{8CE5A67D-F1E3-E814-8051-6DF9973165E3}"/>
              </a:ext>
            </a:extLst>
          </p:cNvPr>
          <p:cNvSpPr>
            <a:spLocks noGrp="1"/>
          </p:cNvSpPr>
          <p:nvPr>
            <p:ph type="sldNum" sz="quarter" idx="12"/>
          </p:nvPr>
        </p:nvSpPr>
        <p:spPr/>
        <p:txBody>
          <a:bodyPr/>
          <a:lstStyle/>
          <a:p>
            <a:fld id="{48F63A3B-78C7-47BE-AE5E-E10140E04643}" type="slidenum">
              <a:rPr lang="en-US" smtClean="0"/>
              <a:pPr/>
              <a:t>18</a:t>
            </a:fld>
            <a:endParaRPr lang="en-US" dirty="0"/>
          </a:p>
        </p:txBody>
      </p:sp>
      <p:sp>
        <p:nvSpPr>
          <p:cNvPr id="4" name="Title 3">
            <a:extLst>
              <a:ext uri="{FF2B5EF4-FFF2-40B4-BE49-F238E27FC236}">
                <a16:creationId xmlns:a16="http://schemas.microsoft.com/office/drawing/2014/main" id="{49F7406D-4210-10C7-B19B-033A768DB3F2}"/>
              </a:ext>
            </a:extLst>
          </p:cNvPr>
          <p:cNvSpPr>
            <a:spLocks noGrp="1"/>
          </p:cNvSpPr>
          <p:nvPr>
            <p:ph type="title"/>
          </p:nvPr>
        </p:nvSpPr>
        <p:spPr/>
        <p:txBody>
          <a:bodyPr/>
          <a:lstStyle/>
          <a:p>
            <a:r>
              <a:rPr lang="en-VN" dirty="0"/>
              <a:t>HỎI VÀ ĐÁP</a:t>
            </a:r>
          </a:p>
        </p:txBody>
      </p:sp>
      <p:sp>
        <p:nvSpPr>
          <p:cNvPr id="5" name="Text Placeholder 4">
            <a:extLst>
              <a:ext uri="{FF2B5EF4-FFF2-40B4-BE49-F238E27FC236}">
                <a16:creationId xmlns:a16="http://schemas.microsoft.com/office/drawing/2014/main" id="{EB3CF649-1DEF-53C1-77C5-996EF43FAEE0}"/>
              </a:ext>
            </a:extLst>
          </p:cNvPr>
          <p:cNvSpPr>
            <a:spLocks noGrp="1"/>
          </p:cNvSpPr>
          <p:nvPr>
            <p:ph type="body" idx="1"/>
          </p:nvPr>
        </p:nvSpPr>
        <p:spPr/>
        <p:txBody>
          <a:bodyPr/>
          <a:lstStyle/>
          <a:p>
            <a:endParaRPr lang="en-VN"/>
          </a:p>
        </p:txBody>
      </p:sp>
      <p:sp>
        <p:nvSpPr>
          <p:cNvPr id="6" name="Content Placeholder 5">
            <a:extLst>
              <a:ext uri="{FF2B5EF4-FFF2-40B4-BE49-F238E27FC236}">
                <a16:creationId xmlns:a16="http://schemas.microsoft.com/office/drawing/2014/main" id="{4588B07E-997D-5857-E9C5-29F28FD9964F}"/>
              </a:ext>
            </a:extLst>
          </p:cNvPr>
          <p:cNvSpPr>
            <a:spLocks noGrp="1"/>
          </p:cNvSpPr>
          <p:nvPr>
            <p:ph sz="quarter" idx="13"/>
          </p:nvPr>
        </p:nvSpPr>
        <p:spPr/>
        <p:txBody>
          <a:bodyPr/>
          <a:lstStyle/>
          <a:p>
            <a:r>
              <a:rPr lang="en-VN" dirty="0"/>
              <a:t>05</a:t>
            </a:r>
          </a:p>
        </p:txBody>
      </p:sp>
    </p:spTree>
    <p:extLst>
      <p:ext uri="{BB962C8B-B14F-4D97-AF65-F5344CB8AC3E}">
        <p14:creationId xmlns:p14="http://schemas.microsoft.com/office/powerpoint/2010/main" val="3151421997"/>
      </p:ext>
    </p:extLst>
  </p:cSld>
  <p:clrMapOvr>
    <a:masterClrMapping/>
  </p:clrMapOvr>
</p:sld>
</file>

<file path=ppt/theme/theme1.xml><?xml version="1.0" encoding="utf-8"?>
<a:theme xmlns:a="http://schemas.openxmlformats.org/drawingml/2006/main" name="Office Theme">
  <a:themeElements>
    <a:clrScheme name="FCE Green v2">
      <a:dk1>
        <a:srgbClr val="000000"/>
      </a:dk1>
      <a:lt1>
        <a:srgbClr val="FFFFFF"/>
      </a:lt1>
      <a:dk2>
        <a:srgbClr val="455F51"/>
      </a:dk2>
      <a:lt2>
        <a:srgbClr val="E3DED1"/>
      </a:lt2>
      <a:accent1>
        <a:srgbClr val="549E39"/>
      </a:accent1>
      <a:accent2>
        <a:srgbClr val="0071FF"/>
      </a:accent2>
      <a:accent3>
        <a:srgbClr val="38EF7D"/>
      </a:accent3>
      <a:accent4>
        <a:srgbClr val="029676"/>
      </a:accent4>
      <a:accent5>
        <a:srgbClr val="F5AF19"/>
      </a:accent5>
      <a:accent6>
        <a:srgbClr val="F12711"/>
      </a:accent6>
      <a:hlink>
        <a:srgbClr val="6B9F25"/>
      </a:hlink>
      <a:folHlink>
        <a:srgbClr val="BA6906"/>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lumMod val="50000"/>
          </a:schemeClr>
        </a:solidFill>
        <a:ln>
          <a:noFill/>
        </a:ln>
      </a:spPr>
      <a:bodyPr rtlCol="0" anchor="ctr"/>
      <a:lstStyle>
        <a:defPPr algn="ctr">
          <a:defRPr dirty="0">
            <a:solidFill>
              <a:schemeClr val="accent4"/>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22225" cap="rnd">
          <a:solidFill>
            <a:schemeClr val="accent3">
              <a:lumMod val="50000"/>
            </a:schemeClr>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lnSpc>
            <a:spcPct val="130000"/>
          </a:lnSpc>
          <a:spcBef>
            <a:spcPts val="300"/>
          </a:spcBef>
          <a:spcAft>
            <a:spcPts val="300"/>
          </a:spcAft>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9Slide.vn</Template>
  <TotalTime>3151</TotalTime>
  <Words>2386</Words>
  <Application>Microsoft Office PowerPoint</Application>
  <PresentationFormat>Widescreen</PresentationFormat>
  <Paragraphs>195</Paragraphs>
  <Slides>18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Inter</vt:lpstr>
      <vt:lpstr>Inter Medium</vt:lpstr>
      <vt:lpstr>Inter SemiBold</vt:lpstr>
      <vt:lpstr>Times New Roman</vt:lpstr>
      <vt:lpstr>Office Theme</vt:lpstr>
      <vt:lpstr>Thiết kế hệ thống hiển thị và điều khiển cho Mobile Robot</vt:lpstr>
      <vt:lpstr>Nội dung báo cáo</vt:lpstr>
      <vt:lpstr>ĐẶT VẤN ĐỀ VÀ TỔNG QUAN ĐỀ TÀI</vt:lpstr>
      <vt:lpstr>1. Đặt vấn đề và tổng quan đề tài</vt:lpstr>
      <vt:lpstr>Giải pháp và kiến trúc hệ thống</vt:lpstr>
      <vt:lpstr>2.1 Kiến trúc tổng thể hệ thống (MVVM)</vt:lpstr>
      <vt:lpstr>2.2 Kiến trúc đa luồng (Thread isolation)</vt:lpstr>
      <vt:lpstr>2.3 Máy trạng thái (FSM)</vt:lpstr>
      <vt:lpstr>2.4 Trợ lý AI (Local chatbot)</vt:lpstr>
      <vt:lpstr>2.5 Chức năng trình chiếu:</vt:lpstr>
      <vt:lpstr>2.6 Thuật toán kiểm tra an toàn hệ thống</vt:lpstr>
      <vt:lpstr>THỰC NGHIỆM VÀ KẾT QUẢ</vt:lpstr>
      <vt:lpstr>3.1 Kết quả của giải pháp đề xuất</vt:lpstr>
      <vt:lpstr>TỔNG KẾT</vt:lpstr>
      <vt:lpstr>4.1 Kết luận và hạn chế của đề tài</vt:lpstr>
      <vt:lpstr>4.2 Hướng phát triển</vt:lpstr>
      <vt:lpstr>Tài liệu tham khảo</vt:lpstr>
      <vt:lpstr>HỎI VÀ ĐÁP</vt:lpstr>
    </vt:vector>
  </TitlesOfParts>
  <Manager>9Slide.vn</Manager>
  <Company>9Slide.vn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9Slide.vn</dc:title>
  <dc:subject>9Slide.vn</dc:subject>
  <dc:creator/>
  <dc:description>9Slide.vn</dc:description>
  <cp:lastModifiedBy>Phan Nguyễn Quốc Cường</cp:lastModifiedBy>
  <cp:revision>662</cp:revision>
  <dcterms:created xsi:type="dcterms:W3CDTF">2022-06-26T12:27:32Z</dcterms:created>
  <dcterms:modified xsi:type="dcterms:W3CDTF">2026-07-07T03:10:06Z</dcterms:modified>
  <cp:category>9Slide.vn</cp:category>
</cp:coreProperties>
</file>